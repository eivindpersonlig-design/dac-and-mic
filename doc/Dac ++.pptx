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62" r:id="rId3"/>
    <p:sldId id="257" r:id="rId4"/>
    <p:sldId id="266" r:id="rId5"/>
    <p:sldId id="267" r:id="rId6"/>
    <p:sldId id="265" r:id="rId7"/>
    <p:sldId id="261" r:id="rId8"/>
    <p:sldId id="264" r:id="rId9"/>
    <p:sldId id="258" r:id="rId10"/>
    <p:sldId id="268" r:id="rId11"/>
    <p:sldId id="269" r:id="rId12"/>
    <p:sldId id="272" r:id="rId13"/>
    <p:sldId id="273" r:id="rId14"/>
    <p:sldId id="271" r:id="rId15"/>
    <p:sldId id="259" r:id="rId16"/>
    <p:sldId id="274" r:id="rId17"/>
    <p:sldId id="275" r:id="rId18"/>
    <p:sldId id="276" r:id="rId19"/>
    <p:sldId id="278" r:id="rId20"/>
    <p:sldId id="280" r:id="rId21"/>
    <p:sldId id="285" r:id="rId22"/>
    <p:sldId id="286" r:id="rId23"/>
    <p:sldId id="260" r:id="rId24"/>
    <p:sldId id="281" r:id="rId25"/>
    <p:sldId id="282" r:id="rId26"/>
    <p:sldId id="288" r:id="rId27"/>
    <p:sldId id="284" r:id="rId28"/>
    <p:sldId id="290" r:id="rId29"/>
    <p:sldId id="29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E9A499-5B99-4801-9B7B-DA1C440D4C4D}" v="2488" dt="2026-04-13T12:16:41.858"/>
    <p1510:client id="{CB40593E-621C-4858-B222-4C076532BE93}" v="3319" dt="2026-04-12T15:30:50.5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jørnar Odden Christiansen" userId="5150f3db-a42f-4717-9221-bdb988a6348e" providerId="ADAL" clId="{CCDE7617-834D-475F-8E79-B938B539F870}"/>
    <pc:docChg chg="undo redo custSel addSld delSld modSld sldOrd">
      <pc:chgData name="Bjørnar Odden Christiansen" userId="5150f3db-a42f-4717-9221-bdb988a6348e" providerId="ADAL" clId="{CCDE7617-834D-475F-8E79-B938B539F870}" dt="2026-04-13T12:16:41.858" v="8770" actId="20577"/>
      <pc:docMkLst>
        <pc:docMk/>
      </pc:docMkLst>
      <pc:sldChg chg="modSp mod">
        <pc:chgData name="Bjørnar Odden Christiansen" userId="5150f3db-a42f-4717-9221-bdb988a6348e" providerId="ADAL" clId="{CCDE7617-834D-475F-8E79-B938B539F870}" dt="2026-04-09T08:47:06.773" v="25" actId="20577"/>
        <pc:sldMkLst>
          <pc:docMk/>
          <pc:sldMk cId="3497660845" sldId="257"/>
        </pc:sldMkLst>
        <pc:spChg chg="mod">
          <ac:chgData name="Bjørnar Odden Christiansen" userId="5150f3db-a42f-4717-9221-bdb988a6348e" providerId="ADAL" clId="{CCDE7617-834D-475F-8E79-B938B539F870}" dt="2026-04-09T08:47:06.773" v="25" actId="20577"/>
          <ac:spMkLst>
            <pc:docMk/>
            <pc:sldMk cId="3497660845" sldId="257"/>
            <ac:spMk id="2" creationId="{1654F0F0-AA3F-1905-C53B-9067B255A0F2}"/>
          </ac:spMkLst>
        </pc:spChg>
      </pc:sldChg>
      <pc:sldChg chg="addSp modSp mod setBg">
        <pc:chgData name="Bjørnar Odden Christiansen" userId="5150f3db-a42f-4717-9221-bdb988a6348e" providerId="ADAL" clId="{CCDE7617-834D-475F-8E79-B938B539F870}" dt="2026-04-13T10:42:00.346" v="4990" actId="20577"/>
        <pc:sldMkLst>
          <pc:docMk/>
          <pc:sldMk cId="1257214576" sldId="261"/>
        </pc:sldMkLst>
        <pc:spChg chg="mod">
          <ac:chgData name="Bjørnar Odden Christiansen" userId="5150f3db-a42f-4717-9221-bdb988a6348e" providerId="ADAL" clId="{CCDE7617-834D-475F-8E79-B938B539F870}" dt="2026-04-09T08:58:52.936" v="361" actId="1076"/>
          <ac:spMkLst>
            <pc:docMk/>
            <pc:sldMk cId="1257214576" sldId="261"/>
            <ac:spMk id="2" creationId="{2B891743-15F4-7E66-42FE-68D316444AE4}"/>
          </ac:spMkLst>
        </pc:spChg>
        <pc:spChg chg="mod">
          <ac:chgData name="Bjørnar Odden Christiansen" userId="5150f3db-a42f-4717-9221-bdb988a6348e" providerId="ADAL" clId="{CCDE7617-834D-475F-8E79-B938B539F870}" dt="2026-04-13T10:42:00.346" v="4990" actId="20577"/>
          <ac:spMkLst>
            <pc:docMk/>
            <pc:sldMk cId="1257214576" sldId="261"/>
            <ac:spMk id="3" creationId="{D70B96EC-6260-866F-71E6-96BAC08F0805}"/>
          </ac:spMkLst>
        </pc:spChg>
        <pc:spChg chg="add">
          <ac:chgData name="Bjørnar Odden Christiansen" userId="5150f3db-a42f-4717-9221-bdb988a6348e" providerId="ADAL" clId="{CCDE7617-834D-475F-8E79-B938B539F870}" dt="2026-04-09T08:57:47.406" v="348" actId="26606"/>
          <ac:spMkLst>
            <pc:docMk/>
            <pc:sldMk cId="1257214576" sldId="261"/>
            <ac:spMk id="10" creationId="{B712E947-0734-45F9-9C4F-41114EC3A33E}"/>
          </ac:spMkLst>
        </pc:spChg>
        <pc:spChg chg="add">
          <ac:chgData name="Bjørnar Odden Christiansen" userId="5150f3db-a42f-4717-9221-bdb988a6348e" providerId="ADAL" clId="{CCDE7617-834D-475F-8E79-B938B539F870}" dt="2026-04-09T08:57:47.406" v="348" actId="26606"/>
          <ac:spMkLst>
            <pc:docMk/>
            <pc:sldMk cId="1257214576" sldId="261"/>
            <ac:spMk id="12" creationId="{5A65989E-BBD5-44D7-AA86-7AFD5D46BBC0}"/>
          </ac:spMkLst>
        </pc:spChg>
        <pc:spChg chg="add">
          <ac:chgData name="Bjørnar Odden Christiansen" userId="5150f3db-a42f-4717-9221-bdb988a6348e" providerId="ADAL" clId="{CCDE7617-834D-475F-8E79-B938B539F870}" dt="2026-04-09T08:57:47.406" v="348" actId="26606"/>
          <ac:spMkLst>
            <pc:docMk/>
            <pc:sldMk cId="1257214576" sldId="261"/>
            <ac:spMk id="14" creationId="{231A2881-D8D7-4A7D-ACA3-E9F849F853D8}"/>
          </ac:spMkLst>
        </pc:spChg>
        <pc:picChg chg="add mod">
          <ac:chgData name="Bjørnar Odden Christiansen" userId="5150f3db-a42f-4717-9221-bdb988a6348e" providerId="ADAL" clId="{CCDE7617-834D-475F-8E79-B938B539F870}" dt="2026-04-13T10:41:30.806" v="4928" actId="1076"/>
          <ac:picMkLst>
            <pc:docMk/>
            <pc:sldMk cId="1257214576" sldId="261"/>
            <ac:picMk id="4" creationId="{EBF964A4-8214-F30F-085E-4E4AAE96A739}"/>
          </ac:picMkLst>
        </pc:picChg>
        <pc:picChg chg="add mod">
          <ac:chgData name="Bjørnar Odden Christiansen" userId="5150f3db-a42f-4717-9221-bdb988a6348e" providerId="ADAL" clId="{CCDE7617-834D-475F-8E79-B938B539F870}" dt="2026-04-13T10:41:27.071" v="4927" actId="1076"/>
          <ac:picMkLst>
            <pc:docMk/>
            <pc:sldMk cId="1257214576" sldId="261"/>
            <ac:picMk id="5" creationId="{843182F4-2B81-6725-84A0-52D58E769124}"/>
          </ac:picMkLst>
        </pc:picChg>
      </pc:sldChg>
      <pc:sldChg chg="modSp new">
        <pc:chgData name="Bjørnar Odden Christiansen" userId="5150f3db-a42f-4717-9221-bdb988a6348e" providerId="ADAL" clId="{CCDE7617-834D-475F-8E79-B938B539F870}" dt="2026-04-09T08:46:58.881" v="18"/>
        <pc:sldMkLst>
          <pc:docMk/>
          <pc:sldMk cId="3060542400" sldId="262"/>
        </pc:sldMkLst>
        <pc:spChg chg="mod">
          <ac:chgData name="Bjørnar Odden Christiansen" userId="5150f3db-a42f-4717-9221-bdb988a6348e" providerId="ADAL" clId="{CCDE7617-834D-475F-8E79-B938B539F870}" dt="2026-04-09T08:46:58.881" v="18"/>
          <ac:spMkLst>
            <pc:docMk/>
            <pc:sldMk cId="3060542400" sldId="262"/>
            <ac:spMk id="2" creationId="{22DF1882-D4B4-3C4A-EF42-4668813AB5A3}"/>
          </ac:spMkLst>
        </pc:spChg>
      </pc:sldChg>
      <pc:sldChg chg="addSp delSp modSp mod">
        <pc:chgData name="Bjørnar Odden Christiansen" userId="5150f3db-a42f-4717-9221-bdb988a6348e" providerId="ADAL" clId="{CCDE7617-834D-475F-8E79-B938B539F870}" dt="2026-04-09T09:01:25.486" v="384" actId="14100"/>
        <pc:sldMkLst>
          <pc:docMk/>
          <pc:sldMk cId="2563978821" sldId="264"/>
        </pc:sldMkLst>
        <pc:spChg chg="add mod">
          <ac:chgData name="Bjørnar Odden Christiansen" userId="5150f3db-a42f-4717-9221-bdb988a6348e" providerId="ADAL" clId="{CCDE7617-834D-475F-8E79-B938B539F870}" dt="2026-04-09T09:01:03.217" v="379" actId="14100"/>
          <ac:spMkLst>
            <pc:docMk/>
            <pc:sldMk cId="2563978821" sldId="264"/>
            <ac:spMk id="4" creationId="{B9E009BB-DF68-0CEE-17B8-0A03E06B323C}"/>
          </ac:spMkLst>
        </pc:spChg>
        <pc:picChg chg="mod">
          <ac:chgData name="Bjørnar Odden Christiansen" userId="5150f3db-a42f-4717-9221-bdb988a6348e" providerId="ADAL" clId="{CCDE7617-834D-475F-8E79-B938B539F870}" dt="2026-04-09T09:00:31.208" v="373" actId="14100"/>
          <ac:picMkLst>
            <pc:docMk/>
            <pc:sldMk cId="2563978821" sldId="264"/>
            <ac:picMk id="6" creationId="{834757A0-CD8E-ED9D-9C42-C4E915807D4C}"/>
          </ac:picMkLst>
        </pc:picChg>
        <pc:picChg chg="mod ord">
          <ac:chgData name="Bjørnar Odden Christiansen" userId="5150f3db-a42f-4717-9221-bdb988a6348e" providerId="ADAL" clId="{CCDE7617-834D-475F-8E79-B938B539F870}" dt="2026-04-09T09:01:25.486" v="384" actId="14100"/>
          <ac:picMkLst>
            <pc:docMk/>
            <pc:sldMk cId="2563978821" sldId="264"/>
            <ac:picMk id="8" creationId="{24976D73-B4FF-9328-FB18-36FED7F106D3}"/>
          </ac:picMkLst>
        </pc:picChg>
      </pc:sldChg>
      <pc:sldChg chg="addSp delSp modSp mod modNotesTx">
        <pc:chgData name="Bjørnar Odden Christiansen" userId="5150f3db-a42f-4717-9221-bdb988a6348e" providerId="ADAL" clId="{CCDE7617-834D-475F-8E79-B938B539F870}" dt="2026-04-13T12:16:41.858" v="8770" actId="20577"/>
        <pc:sldMkLst>
          <pc:docMk/>
          <pc:sldMk cId="435671467" sldId="265"/>
        </pc:sldMkLst>
        <pc:spChg chg="add mod">
          <ac:chgData name="Bjørnar Odden Christiansen" userId="5150f3db-a42f-4717-9221-bdb988a6348e" providerId="ADAL" clId="{CCDE7617-834D-475F-8E79-B938B539F870}" dt="2026-04-09T09:04:44.640" v="456" actId="13822"/>
          <ac:spMkLst>
            <pc:docMk/>
            <pc:sldMk cId="435671467" sldId="265"/>
            <ac:spMk id="13" creationId="{8F6CB3D2-69F3-DF68-84D7-EF49459BC14C}"/>
          </ac:spMkLst>
        </pc:spChg>
        <pc:spChg chg="add mod">
          <ac:chgData name="Bjørnar Odden Christiansen" userId="5150f3db-a42f-4717-9221-bdb988a6348e" providerId="ADAL" clId="{CCDE7617-834D-475F-8E79-B938B539F870}" dt="2026-04-09T09:03:53.700" v="452" actId="1076"/>
          <ac:spMkLst>
            <pc:docMk/>
            <pc:sldMk cId="435671467" sldId="265"/>
            <ac:spMk id="14" creationId="{FA478AE1-970C-158E-B0B1-999942D52E59}"/>
          </ac:spMkLst>
        </pc:spChg>
        <pc:picChg chg="mod">
          <ac:chgData name="Bjørnar Odden Christiansen" userId="5150f3db-a42f-4717-9221-bdb988a6348e" providerId="ADAL" clId="{CCDE7617-834D-475F-8E79-B938B539F870}" dt="2026-04-13T12:06:21.925" v="8707" actId="1076"/>
          <ac:picMkLst>
            <pc:docMk/>
            <pc:sldMk cId="435671467" sldId="265"/>
            <ac:picMk id="4" creationId="{E12A1DA6-0236-5116-7EEE-2BEB4075BE5C}"/>
          </ac:picMkLst>
        </pc:picChg>
      </pc:sldChg>
      <pc:sldChg chg="modSp mod">
        <pc:chgData name="Bjørnar Odden Christiansen" userId="5150f3db-a42f-4717-9221-bdb988a6348e" providerId="ADAL" clId="{CCDE7617-834D-475F-8E79-B938B539F870}" dt="2026-04-09T09:11:27.811" v="880" actId="1076"/>
        <pc:sldMkLst>
          <pc:docMk/>
          <pc:sldMk cId="4147825261" sldId="267"/>
        </pc:sldMkLst>
        <pc:picChg chg="mod">
          <ac:chgData name="Bjørnar Odden Christiansen" userId="5150f3db-a42f-4717-9221-bdb988a6348e" providerId="ADAL" clId="{CCDE7617-834D-475F-8E79-B938B539F870}" dt="2026-04-09T09:11:27.811" v="880" actId="1076"/>
          <ac:picMkLst>
            <pc:docMk/>
            <pc:sldMk cId="4147825261" sldId="267"/>
            <ac:picMk id="5" creationId="{CF14D37F-B606-16D5-1C34-4608F6AB8F6F}"/>
          </ac:picMkLst>
        </pc:picChg>
      </pc:sldChg>
      <pc:sldChg chg="modSp mod">
        <pc:chgData name="Bjørnar Odden Christiansen" userId="5150f3db-a42f-4717-9221-bdb988a6348e" providerId="ADAL" clId="{CCDE7617-834D-475F-8E79-B938B539F870}" dt="2026-04-09T11:08:59.012" v="2917" actId="1076"/>
        <pc:sldMkLst>
          <pc:docMk/>
          <pc:sldMk cId="1987167857" sldId="268"/>
        </pc:sldMkLst>
        <pc:spChg chg="mod">
          <ac:chgData name="Bjørnar Odden Christiansen" userId="5150f3db-a42f-4717-9221-bdb988a6348e" providerId="ADAL" clId="{CCDE7617-834D-475F-8E79-B938B539F870}" dt="2026-04-09T11:08:51.314" v="2914" actId="20577"/>
          <ac:spMkLst>
            <pc:docMk/>
            <pc:sldMk cId="1987167857" sldId="268"/>
            <ac:spMk id="3" creationId="{04B891CE-9DCB-ECB8-151D-52C0739C201F}"/>
          </ac:spMkLst>
        </pc:spChg>
        <pc:picChg chg="mod">
          <ac:chgData name="Bjørnar Odden Christiansen" userId="5150f3db-a42f-4717-9221-bdb988a6348e" providerId="ADAL" clId="{CCDE7617-834D-475F-8E79-B938B539F870}" dt="2026-04-09T11:08:59.012" v="2917" actId="1076"/>
          <ac:picMkLst>
            <pc:docMk/>
            <pc:sldMk cId="1987167857" sldId="268"/>
            <ac:picMk id="4" creationId="{D75B306C-A593-5B40-909A-151EFAF53075}"/>
          </ac:picMkLst>
        </pc:picChg>
      </pc:sldChg>
      <pc:sldChg chg="modSp modNotesTx">
        <pc:chgData name="Bjørnar Odden Christiansen" userId="5150f3db-a42f-4717-9221-bdb988a6348e" providerId="ADAL" clId="{CCDE7617-834D-475F-8E79-B938B539F870}" dt="2026-04-13T11:57:16.094" v="8705" actId="20577"/>
        <pc:sldMkLst>
          <pc:docMk/>
          <pc:sldMk cId="3531873566" sldId="269"/>
        </pc:sldMkLst>
        <pc:spChg chg="mod">
          <ac:chgData name="Bjørnar Odden Christiansen" userId="5150f3db-a42f-4717-9221-bdb988a6348e" providerId="ADAL" clId="{CCDE7617-834D-475F-8E79-B938B539F870}" dt="2026-04-09T11:09:16.345" v="2927" actId="20577"/>
          <ac:spMkLst>
            <pc:docMk/>
            <pc:sldMk cId="3531873566" sldId="269"/>
            <ac:spMk id="3" creationId="{18E05EB3-0177-2406-3EA0-174DA1BD251C}"/>
          </ac:spMkLst>
        </pc:spChg>
      </pc:sldChg>
      <pc:sldChg chg="addSp delSp modSp mod">
        <pc:chgData name="Bjørnar Odden Christiansen" userId="5150f3db-a42f-4717-9221-bdb988a6348e" providerId="ADAL" clId="{CCDE7617-834D-475F-8E79-B938B539F870}" dt="2026-04-13T10:51:02.204" v="5331" actId="20577"/>
        <pc:sldMkLst>
          <pc:docMk/>
          <pc:sldMk cId="1017862227" sldId="271"/>
        </pc:sldMkLst>
        <pc:spChg chg="add del mod">
          <ac:chgData name="Bjørnar Odden Christiansen" userId="5150f3db-a42f-4717-9221-bdb988a6348e" providerId="ADAL" clId="{CCDE7617-834D-475F-8E79-B938B539F870}" dt="2026-04-13T10:51:02.204" v="5331" actId="20577"/>
          <ac:spMkLst>
            <pc:docMk/>
            <pc:sldMk cId="1017862227" sldId="271"/>
            <ac:spMk id="3" creationId="{AFF0CE19-71C0-5E32-1DD8-CB40FD63A44E}"/>
          </ac:spMkLst>
        </pc:spChg>
        <pc:picChg chg="mod">
          <ac:chgData name="Bjørnar Odden Christiansen" userId="5150f3db-a42f-4717-9221-bdb988a6348e" providerId="ADAL" clId="{CCDE7617-834D-475F-8E79-B938B539F870}" dt="2026-04-09T11:10:56.006" v="2947" actId="1076"/>
          <ac:picMkLst>
            <pc:docMk/>
            <pc:sldMk cId="1017862227" sldId="271"/>
            <ac:picMk id="4" creationId="{BD17155B-31CB-2F55-3E80-BBBFDE2CD135}"/>
          </ac:picMkLst>
        </pc:picChg>
        <pc:picChg chg="mod">
          <ac:chgData name="Bjørnar Odden Christiansen" userId="5150f3db-a42f-4717-9221-bdb988a6348e" providerId="ADAL" clId="{CCDE7617-834D-475F-8E79-B938B539F870}" dt="2026-04-13T10:35:23.373" v="4831" actId="1076"/>
          <ac:picMkLst>
            <pc:docMk/>
            <pc:sldMk cId="1017862227" sldId="271"/>
            <ac:picMk id="8" creationId="{4D31B66A-1F98-F78F-C67A-71280193826D}"/>
          </ac:picMkLst>
        </pc:picChg>
      </pc:sldChg>
      <pc:sldChg chg="modSp modNotesTx">
        <pc:chgData name="Bjørnar Odden Christiansen" userId="5150f3db-a42f-4717-9221-bdb988a6348e" providerId="ADAL" clId="{CCDE7617-834D-475F-8E79-B938B539F870}" dt="2026-04-13T11:54:27.732" v="8582" actId="20577"/>
        <pc:sldMkLst>
          <pc:docMk/>
          <pc:sldMk cId="3368939035" sldId="272"/>
        </pc:sldMkLst>
        <pc:spChg chg="mod">
          <ac:chgData name="Bjørnar Odden Christiansen" userId="5150f3db-a42f-4717-9221-bdb988a6348e" providerId="ADAL" clId="{CCDE7617-834D-475F-8E79-B938B539F870}" dt="2026-04-09T11:09:27.205" v="2937" actId="20577"/>
          <ac:spMkLst>
            <pc:docMk/>
            <pc:sldMk cId="3368939035" sldId="272"/>
            <ac:spMk id="3" creationId="{318B69CB-E09E-4BD7-C3FF-A1629C71309B}"/>
          </ac:spMkLst>
        </pc:spChg>
      </pc:sldChg>
      <pc:sldChg chg="modNotesTx">
        <pc:chgData name="Bjørnar Odden Christiansen" userId="5150f3db-a42f-4717-9221-bdb988a6348e" providerId="ADAL" clId="{CCDE7617-834D-475F-8E79-B938B539F870}" dt="2026-04-13T11:48:22.723" v="8192" actId="20577"/>
        <pc:sldMkLst>
          <pc:docMk/>
          <pc:sldMk cId="985480121" sldId="273"/>
        </pc:sldMkLst>
      </pc:sldChg>
      <pc:sldChg chg="addSp delSp modSp mod setBg">
        <pc:chgData name="Bjørnar Odden Christiansen" userId="5150f3db-a42f-4717-9221-bdb988a6348e" providerId="ADAL" clId="{CCDE7617-834D-475F-8E79-B938B539F870}" dt="2026-04-09T11:11:52.793" v="2948" actId="20577"/>
        <pc:sldMkLst>
          <pc:docMk/>
          <pc:sldMk cId="2131449659" sldId="274"/>
        </pc:sldMkLst>
        <pc:spChg chg="mod">
          <ac:chgData name="Bjørnar Odden Christiansen" userId="5150f3db-a42f-4717-9221-bdb988a6348e" providerId="ADAL" clId="{CCDE7617-834D-475F-8E79-B938B539F870}" dt="2026-04-09T09:58:49.227" v="1599" actId="1076"/>
          <ac:spMkLst>
            <pc:docMk/>
            <pc:sldMk cId="2131449659" sldId="274"/>
            <ac:spMk id="2" creationId="{BF6AC2ED-502E-E5EA-75D8-A98368006832}"/>
          </ac:spMkLst>
        </pc:spChg>
        <pc:spChg chg="mod ord">
          <ac:chgData name="Bjørnar Odden Christiansen" userId="5150f3db-a42f-4717-9221-bdb988a6348e" providerId="ADAL" clId="{CCDE7617-834D-475F-8E79-B938B539F870}" dt="2026-04-09T11:11:52.793" v="2948" actId="20577"/>
          <ac:spMkLst>
            <pc:docMk/>
            <pc:sldMk cId="2131449659" sldId="274"/>
            <ac:spMk id="3" creationId="{79AFF7D4-8CE1-9877-A806-80CA978F1717}"/>
          </ac:spMkLst>
        </pc:spChg>
        <pc:spChg chg="add">
          <ac:chgData name="Bjørnar Odden Christiansen" userId="5150f3db-a42f-4717-9221-bdb988a6348e" providerId="ADAL" clId="{CCDE7617-834D-475F-8E79-B938B539F870}" dt="2026-04-09T09:58:20.182" v="1597" actId="26606"/>
          <ac:spMkLst>
            <pc:docMk/>
            <pc:sldMk cId="2131449659" sldId="274"/>
            <ac:spMk id="38" creationId="{0D7B6173-1D58-48E2-83CF-37350F315F75}"/>
          </ac:spMkLst>
        </pc:spChg>
        <pc:spChg chg="add">
          <ac:chgData name="Bjørnar Odden Christiansen" userId="5150f3db-a42f-4717-9221-bdb988a6348e" providerId="ADAL" clId="{CCDE7617-834D-475F-8E79-B938B539F870}" dt="2026-04-09T09:58:20.182" v="1597" actId="26606"/>
          <ac:spMkLst>
            <pc:docMk/>
            <pc:sldMk cId="2131449659" sldId="274"/>
            <ac:spMk id="40" creationId="{02EBFA83-D4DB-4CA0-B229-9E44634D7FE9}"/>
          </ac:spMkLst>
        </pc:spChg>
        <pc:spChg chg="add">
          <ac:chgData name="Bjørnar Odden Christiansen" userId="5150f3db-a42f-4717-9221-bdb988a6348e" providerId="ADAL" clId="{CCDE7617-834D-475F-8E79-B938B539F870}" dt="2026-04-09T09:58:20.182" v="1597" actId="26606"/>
          <ac:spMkLst>
            <pc:docMk/>
            <pc:sldMk cId="2131449659" sldId="274"/>
            <ac:spMk id="44" creationId="{21BDEC81-16A7-4451-B893-C15000083B77}"/>
          </ac:spMkLst>
        </pc:spChg>
        <pc:spChg chg="add">
          <ac:chgData name="Bjørnar Odden Christiansen" userId="5150f3db-a42f-4717-9221-bdb988a6348e" providerId="ADAL" clId="{CCDE7617-834D-475F-8E79-B938B539F870}" dt="2026-04-09T09:58:20.182" v="1597" actId="26606"/>
          <ac:spMkLst>
            <pc:docMk/>
            <pc:sldMk cId="2131449659" sldId="274"/>
            <ac:spMk id="46" creationId="{26A515A1-4D80-430E-BE0A-71A290516A82}"/>
          </ac:spMkLst>
        </pc:spChg>
        <pc:picChg chg="mod">
          <ac:chgData name="Bjørnar Odden Christiansen" userId="5150f3db-a42f-4717-9221-bdb988a6348e" providerId="ADAL" clId="{CCDE7617-834D-475F-8E79-B938B539F870}" dt="2026-04-09T09:58:20.182" v="1597" actId="26606"/>
          <ac:picMkLst>
            <pc:docMk/>
            <pc:sldMk cId="2131449659" sldId="274"/>
            <ac:picMk id="4" creationId="{41924E78-46F5-F2A9-D531-771A3004C047}"/>
          </ac:picMkLst>
        </pc:picChg>
        <pc:picChg chg="add">
          <ac:chgData name="Bjørnar Odden Christiansen" userId="5150f3db-a42f-4717-9221-bdb988a6348e" providerId="ADAL" clId="{CCDE7617-834D-475F-8E79-B938B539F870}" dt="2026-04-09T09:58:20.182" v="1597" actId="26606"/>
          <ac:picMkLst>
            <pc:docMk/>
            <pc:sldMk cId="2131449659" sldId="274"/>
            <ac:picMk id="42" creationId="{B0DAC8FB-A162-44E3-A606-C855A03A5B09}"/>
          </ac:picMkLst>
        </pc:picChg>
      </pc:sldChg>
      <pc:sldChg chg="modSp mod">
        <pc:chgData name="Bjørnar Odden Christiansen" userId="5150f3db-a42f-4717-9221-bdb988a6348e" providerId="ADAL" clId="{CCDE7617-834D-475F-8E79-B938B539F870}" dt="2026-04-09T10:01:59.438" v="1828" actId="1076"/>
        <pc:sldMkLst>
          <pc:docMk/>
          <pc:sldMk cId="2785657052" sldId="275"/>
        </pc:sldMkLst>
        <pc:spChg chg="mod">
          <ac:chgData name="Bjørnar Odden Christiansen" userId="5150f3db-a42f-4717-9221-bdb988a6348e" providerId="ADAL" clId="{CCDE7617-834D-475F-8E79-B938B539F870}" dt="2026-04-09T10:01:59.438" v="1828" actId="1076"/>
          <ac:spMkLst>
            <pc:docMk/>
            <pc:sldMk cId="2785657052" sldId="275"/>
            <ac:spMk id="10" creationId="{8AC6C29B-F9F2-C3EC-E1E8-CD4C3F1C7839}"/>
          </ac:spMkLst>
        </pc:spChg>
      </pc:sldChg>
      <pc:sldChg chg="modSp mod">
        <pc:chgData name="Bjørnar Odden Christiansen" userId="5150f3db-a42f-4717-9221-bdb988a6348e" providerId="ADAL" clId="{CCDE7617-834D-475F-8E79-B938B539F870}" dt="2026-04-09T09:18:53.146" v="968" actId="20577"/>
        <pc:sldMkLst>
          <pc:docMk/>
          <pc:sldMk cId="2029676349" sldId="276"/>
        </pc:sldMkLst>
        <pc:spChg chg="mod">
          <ac:chgData name="Bjørnar Odden Christiansen" userId="5150f3db-a42f-4717-9221-bdb988a6348e" providerId="ADAL" clId="{CCDE7617-834D-475F-8E79-B938B539F870}" dt="2026-04-09T09:18:53.146" v="968" actId="20577"/>
          <ac:spMkLst>
            <pc:docMk/>
            <pc:sldMk cId="2029676349" sldId="276"/>
            <ac:spMk id="2" creationId="{7DEC7512-D228-7827-51B8-3E58F8C36519}"/>
          </ac:spMkLst>
        </pc:spChg>
      </pc:sldChg>
      <pc:sldChg chg="modSp new mod">
        <pc:chgData name="Bjørnar Odden Christiansen" userId="5150f3db-a42f-4717-9221-bdb988a6348e" providerId="ADAL" clId="{CCDE7617-834D-475F-8E79-B938B539F870}" dt="2026-04-09T09:19:01.307" v="984" actId="20577"/>
        <pc:sldMkLst>
          <pc:docMk/>
          <pc:sldMk cId="3056550172" sldId="278"/>
        </pc:sldMkLst>
        <pc:spChg chg="mod">
          <ac:chgData name="Bjørnar Odden Christiansen" userId="5150f3db-a42f-4717-9221-bdb988a6348e" providerId="ADAL" clId="{CCDE7617-834D-475F-8E79-B938B539F870}" dt="2026-04-09T09:19:01.307" v="984" actId="20577"/>
          <ac:spMkLst>
            <pc:docMk/>
            <pc:sldMk cId="3056550172" sldId="278"/>
            <ac:spMk id="2" creationId="{6FD7B0E8-1445-299F-1C2F-B1F4EA2839C3}"/>
          </ac:spMkLst>
        </pc:spChg>
      </pc:sldChg>
      <pc:sldChg chg="addSp delSp modSp mod setBg">
        <pc:chgData name="Bjørnar Odden Christiansen" userId="5150f3db-a42f-4717-9221-bdb988a6348e" providerId="ADAL" clId="{CCDE7617-834D-475F-8E79-B938B539F870}" dt="2026-04-09T09:19:57.763" v="1006" actId="1076"/>
        <pc:sldMkLst>
          <pc:docMk/>
          <pc:sldMk cId="994796925" sldId="280"/>
        </pc:sldMkLst>
        <pc:spChg chg="mod">
          <ac:chgData name="Bjørnar Odden Christiansen" userId="5150f3db-a42f-4717-9221-bdb988a6348e" providerId="ADAL" clId="{CCDE7617-834D-475F-8E79-B938B539F870}" dt="2026-04-09T09:19:49.680" v="1004" actId="26606"/>
          <ac:spMkLst>
            <pc:docMk/>
            <pc:sldMk cId="994796925" sldId="280"/>
            <ac:spMk id="2" creationId="{C9F486DE-A80C-7B6B-E170-A253B7C18916}"/>
          </ac:spMkLst>
        </pc:spChg>
        <pc:spChg chg="add">
          <ac:chgData name="Bjørnar Odden Christiansen" userId="5150f3db-a42f-4717-9221-bdb988a6348e" providerId="ADAL" clId="{CCDE7617-834D-475F-8E79-B938B539F870}" dt="2026-04-09T09:19:49.680" v="1004" actId="26606"/>
          <ac:spMkLst>
            <pc:docMk/>
            <pc:sldMk cId="994796925" sldId="280"/>
            <ac:spMk id="26" creationId="{F0DCC097-1DB8-4B6D-85D0-6FBA0E1CA4BA}"/>
          </ac:spMkLst>
        </pc:spChg>
        <pc:spChg chg="add">
          <ac:chgData name="Bjørnar Odden Christiansen" userId="5150f3db-a42f-4717-9221-bdb988a6348e" providerId="ADAL" clId="{CCDE7617-834D-475F-8E79-B938B539F870}" dt="2026-04-09T09:19:49.680" v="1004" actId="26606"/>
          <ac:spMkLst>
            <pc:docMk/>
            <pc:sldMk cId="994796925" sldId="280"/>
            <ac:spMk id="27" creationId="{E0B58608-23C8-4441-994D-C6823EEE1DB7}"/>
          </ac:spMkLst>
        </pc:spChg>
      </pc:sldChg>
      <pc:sldChg chg="modSp mod">
        <pc:chgData name="Bjørnar Odden Christiansen" userId="5150f3db-a42f-4717-9221-bdb988a6348e" providerId="ADAL" clId="{CCDE7617-834D-475F-8E79-B938B539F870}" dt="2026-04-09T11:19:27.288" v="2956" actId="20577"/>
        <pc:sldMkLst>
          <pc:docMk/>
          <pc:sldMk cId="1124416547" sldId="281"/>
        </pc:sldMkLst>
        <pc:spChg chg="mod">
          <ac:chgData name="Bjørnar Odden Christiansen" userId="5150f3db-a42f-4717-9221-bdb988a6348e" providerId="ADAL" clId="{CCDE7617-834D-475F-8E79-B938B539F870}" dt="2026-04-09T11:19:27.288" v="2956" actId="20577"/>
          <ac:spMkLst>
            <pc:docMk/>
            <pc:sldMk cId="1124416547" sldId="281"/>
            <ac:spMk id="3" creationId="{FCA03E49-93CD-CA72-E38F-76DCC0F78564}"/>
          </ac:spMkLst>
        </pc:spChg>
      </pc:sldChg>
      <pc:sldChg chg="addSp delSp modSp mod modNotesTx">
        <pc:chgData name="Bjørnar Odden Christiansen" userId="5150f3db-a42f-4717-9221-bdb988a6348e" providerId="ADAL" clId="{CCDE7617-834D-475F-8E79-B938B539F870}" dt="2026-04-12T14:06:12.469" v="4316" actId="478"/>
        <pc:sldMkLst>
          <pc:docMk/>
          <pc:sldMk cId="3679022879" sldId="282"/>
        </pc:sldMkLst>
        <pc:spChg chg="add del mod">
          <ac:chgData name="Bjørnar Odden Christiansen" userId="5150f3db-a42f-4717-9221-bdb988a6348e" providerId="ADAL" clId="{CCDE7617-834D-475F-8E79-B938B539F870}" dt="2026-04-12T14:06:12.469" v="4316" actId="478"/>
          <ac:spMkLst>
            <pc:docMk/>
            <pc:sldMk cId="3679022879" sldId="282"/>
            <ac:spMk id="6" creationId="{A8479DCA-F4C4-44D0-1B23-97B7420A0F6B}"/>
          </ac:spMkLst>
        </pc:spChg>
        <pc:picChg chg="add mod">
          <ac:chgData name="Bjørnar Odden Christiansen" userId="5150f3db-a42f-4717-9221-bdb988a6348e" providerId="ADAL" clId="{CCDE7617-834D-475F-8E79-B938B539F870}" dt="2026-04-12T13:43:34.976" v="3775" actId="1076"/>
          <ac:picMkLst>
            <pc:docMk/>
            <pc:sldMk cId="3679022879" sldId="282"/>
            <ac:picMk id="4" creationId="{CABC2C0F-B65D-B2C7-19EA-5B7EE968C40C}"/>
          </ac:picMkLst>
        </pc:picChg>
        <pc:picChg chg="add del mod">
          <ac:chgData name="Bjørnar Odden Christiansen" userId="5150f3db-a42f-4717-9221-bdb988a6348e" providerId="ADAL" clId="{CCDE7617-834D-475F-8E79-B938B539F870}" dt="2026-04-12T13:43:31.610" v="3773" actId="478"/>
          <ac:picMkLst>
            <pc:docMk/>
            <pc:sldMk cId="3679022879" sldId="282"/>
            <ac:picMk id="5" creationId="{F8286823-24A5-28C7-EA89-BD5087FF2AD8}"/>
          </ac:picMkLst>
        </pc:picChg>
      </pc:sldChg>
      <pc:sldChg chg="modSp mod">
        <pc:chgData name="Bjørnar Odden Christiansen" userId="5150f3db-a42f-4717-9221-bdb988a6348e" providerId="ADAL" clId="{CCDE7617-834D-475F-8E79-B938B539F870}" dt="2026-04-12T13:50:05.059" v="3877" actId="20577"/>
        <pc:sldMkLst>
          <pc:docMk/>
          <pc:sldMk cId="744848433" sldId="284"/>
        </pc:sldMkLst>
        <pc:spChg chg="mod">
          <ac:chgData name="Bjørnar Odden Christiansen" userId="5150f3db-a42f-4717-9221-bdb988a6348e" providerId="ADAL" clId="{CCDE7617-834D-475F-8E79-B938B539F870}" dt="2026-04-12T13:50:05.059" v="3877" actId="20577"/>
          <ac:spMkLst>
            <pc:docMk/>
            <pc:sldMk cId="744848433" sldId="284"/>
            <ac:spMk id="3" creationId="{B9338C1A-C5E7-17FB-EC2E-DC12D0855DBB}"/>
          </ac:spMkLst>
        </pc:spChg>
      </pc:sldChg>
      <pc:sldChg chg="addSp delSp modSp mod setBg">
        <pc:chgData name="Bjørnar Odden Christiansen" userId="5150f3db-a42f-4717-9221-bdb988a6348e" providerId="ADAL" clId="{CCDE7617-834D-475F-8E79-B938B539F870}" dt="2026-04-09T09:29:05.376" v="1076" actId="26606"/>
        <pc:sldMkLst>
          <pc:docMk/>
          <pc:sldMk cId="3219116088" sldId="285"/>
        </pc:sldMkLst>
        <pc:spChg chg="mod">
          <ac:chgData name="Bjørnar Odden Christiansen" userId="5150f3db-a42f-4717-9221-bdb988a6348e" providerId="ADAL" clId="{CCDE7617-834D-475F-8E79-B938B539F870}" dt="2026-04-09T09:29:05.376" v="1076" actId="26606"/>
          <ac:spMkLst>
            <pc:docMk/>
            <pc:sldMk cId="3219116088" sldId="285"/>
            <ac:spMk id="2" creationId="{074C6C72-2ED6-FA4E-37FB-EF839935936E}"/>
          </ac:spMkLst>
        </pc:spChg>
        <pc:spChg chg="mod">
          <ac:chgData name="Bjørnar Odden Christiansen" userId="5150f3db-a42f-4717-9221-bdb988a6348e" providerId="ADAL" clId="{CCDE7617-834D-475F-8E79-B938B539F870}" dt="2026-04-09T09:29:05.376" v="1076" actId="26606"/>
          <ac:spMkLst>
            <pc:docMk/>
            <pc:sldMk cId="3219116088" sldId="285"/>
            <ac:spMk id="3" creationId="{E7CF683C-FE90-3FCA-50FC-2193A4642332}"/>
          </ac:spMkLst>
        </pc:spChg>
        <pc:spChg chg="add">
          <ac:chgData name="Bjørnar Odden Christiansen" userId="5150f3db-a42f-4717-9221-bdb988a6348e" providerId="ADAL" clId="{CCDE7617-834D-475F-8E79-B938B539F870}" dt="2026-04-09T09:29:05.376" v="1076" actId="26606"/>
          <ac:spMkLst>
            <pc:docMk/>
            <pc:sldMk cId="3219116088" sldId="285"/>
            <ac:spMk id="14" creationId="{337940BB-FBC4-492E-BD92-3B7B914D0EAE}"/>
          </ac:spMkLst>
        </pc:spChg>
        <pc:spChg chg="add">
          <ac:chgData name="Bjørnar Odden Christiansen" userId="5150f3db-a42f-4717-9221-bdb988a6348e" providerId="ADAL" clId="{CCDE7617-834D-475F-8E79-B938B539F870}" dt="2026-04-09T09:29:05.376" v="1076" actId="26606"/>
          <ac:spMkLst>
            <pc:docMk/>
            <pc:sldMk cId="3219116088" sldId="285"/>
            <ac:spMk id="15" creationId="{3FCFB1DE-0B7E-48CC-BA90-B2AB0889F9D6}"/>
          </ac:spMkLst>
        </pc:spChg>
        <pc:picChg chg="add mod">
          <ac:chgData name="Bjørnar Odden Christiansen" userId="5150f3db-a42f-4717-9221-bdb988a6348e" providerId="ADAL" clId="{CCDE7617-834D-475F-8E79-B938B539F870}" dt="2026-04-09T09:29:05.376" v="1076" actId="26606"/>
          <ac:picMkLst>
            <pc:docMk/>
            <pc:sldMk cId="3219116088" sldId="285"/>
            <ac:picMk id="5" creationId="{4A678B4E-930B-A230-06F1-284D49135EBB}"/>
          </ac:picMkLst>
        </pc:picChg>
      </pc:sldChg>
      <pc:sldChg chg="addSp delSp modSp new mod setBg">
        <pc:chgData name="Bjørnar Odden Christiansen" userId="5150f3db-a42f-4717-9221-bdb988a6348e" providerId="ADAL" clId="{CCDE7617-834D-475F-8E79-B938B539F870}" dt="2026-04-09T09:26:13.330" v="1069" actId="26606"/>
        <pc:sldMkLst>
          <pc:docMk/>
          <pc:sldMk cId="2379503230" sldId="286"/>
        </pc:sldMkLst>
        <pc:spChg chg="mod">
          <ac:chgData name="Bjørnar Odden Christiansen" userId="5150f3db-a42f-4717-9221-bdb988a6348e" providerId="ADAL" clId="{CCDE7617-834D-475F-8E79-B938B539F870}" dt="2026-04-09T09:25:43.901" v="1066" actId="26606"/>
          <ac:spMkLst>
            <pc:docMk/>
            <pc:sldMk cId="2379503230" sldId="286"/>
            <ac:spMk id="2" creationId="{8DFC14C1-4F4E-8F60-B2A7-5B0AFC9FFEE9}"/>
          </ac:spMkLst>
        </pc:spChg>
        <pc:picChg chg="add mod">
          <ac:chgData name="Bjørnar Odden Christiansen" userId="5150f3db-a42f-4717-9221-bdb988a6348e" providerId="ADAL" clId="{CCDE7617-834D-475F-8E79-B938B539F870}" dt="2026-04-09T09:26:13.330" v="1069" actId="26606"/>
          <ac:picMkLst>
            <pc:docMk/>
            <pc:sldMk cId="2379503230" sldId="286"/>
            <ac:picMk id="2052" creationId="{245DEF96-E310-9C6A-1037-4AC54E5219C8}"/>
          </ac:picMkLst>
        </pc:picChg>
      </pc:sldChg>
      <pc:sldChg chg="addSp delSp modSp mod">
        <pc:chgData name="Bjørnar Odden Christiansen" userId="5150f3db-a42f-4717-9221-bdb988a6348e" providerId="ADAL" clId="{CCDE7617-834D-475F-8E79-B938B539F870}" dt="2026-04-12T14:18:48.757" v="4765" actId="20577"/>
        <pc:sldMkLst>
          <pc:docMk/>
          <pc:sldMk cId="1507480282" sldId="288"/>
        </pc:sldMkLst>
        <pc:spChg chg="del">
          <ac:chgData name="Bjørnar Odden Christiansen" userId="5150f3db-a42f-4717-9221-bdb988a6348e" providerId="ADAL" clId="{CCDE7617-834D-475F-8E79-B938B539F870}" dt="2026-04-12T13:59:00.497" v="3882" actId="478"/>
          <ac:spMkLst>
            <pc:docMk/>
            <pc:sldMk cId="1507480282" sldId="288"/>
            <ac:spMk id="2" creationId="{379B5F63-4C35-E1BF-DE6E-65D3DA280BEC}"/>
          </ac:spMkLst>
        </pc:spChg>
        <pc:spChg chg="del">
          <ac:chgData name="Bjørnar Odden Christiansen" userId="5150f3db-a42f-4717-9221-bdb988a6348e" providerId="ADAL" clId="{CCDE7617-834D-475F-8E79-B938B539F870}" dt="2026-04-12T13:58:57.572" v="3881" actId="478"/>
          <ac:spMkLst>
            <pc:docMk/>
            <pc:sldMk cId="1507480282" sldId="288"/>
            <ac:spMk id="3" creationId="{5B98F920-8659-22E0-65D9-D541CBE9C635}"/>
          </ac:spMkLst>
        </pc:spChg>
        <pc:spChg chg="add mod">
          <ac:chgData name="Bjørnar Odden Christiansen" userId="5150f3db-a42f-4717-9221-bdb988a6348e" providerId="ADAL" clId="{CCDE7617-834D-475F-8E79-B938B539F870}" dt="2026-04-12T14:15:20.349" v="4676" actId="1076"/>
          <ac:spMkLst>
            <pc:docMk/>
            <pc:sldMk cId="1507480282" sldId="288"/>
            <ac:spMk id="7" creationId="{1CF685FD-F07B-96D3-A2F1-DC0C3782D5B8}"/>
          </ac:spMkLst>
        </pc:spChg>
        <pc:spChg chg="add mod">
          <ac:chgData name="Bjørnar Odden Christiansen" userId="5150f3db-a42f-4717-9221-bdb988a6348e" providerId="ADAL" clId="{CCDE7617-834D-475F-8E79-B938B539F870}" dt="2026-04-12T14:15:20.349" v="4676" actId="1076"/>
          <ac:spMkLst>
            <pc:docMk/>
            <pc:sldMk cId="1507480282" sldId="288"/>
            <ac:spMk id="10" creationId="{EEBD62DD-757D-A147-49AB-34C23C24815F}"/>
          </ac:spMkLst>
        </pc:spChg>
        <pc:spChg chg="add mod">
          <ac:chgData name="Bjørnar Odden Christiansen" userId="5150f3db-a42f-4717-9221-bdb988a6348e" providerId="ADAL" clId="{CCDE7617-834D-475F-8E79-B938B539F870}" dt="2026-04-12T14:15:20.349" v="4676" actId="1076"/>
          <ac:spMkLst>
            <pc:docMk/>
            <pc:sldMk cId="1507480282" sldId="288"/>
            <ac:spMk id="13" creationId="{29546CC7-D2FF-4175-7D50-A34358356B2C}"/>
          </ac:spMkLst>
        </pc:spChg>
        <pc:spChg chg="add mod">
          <ac:chgData name="Bjørnar Odden Christiansen" userId="5150f3db-a42f-4717-9221-bdb988a6348e" providerId="ADAL" clId="{CCDE7617-834D-475F-8E79-B938B539F870}" dt="2026-04-12T14:01:54.241" v="4006" actId="571"/>
          <ac:spMkLst>
            <pc:docMk/>
            <pc:sldMk cId="1507480282" sldId="288"/>
            <ac:spMk id="15" creationId="{1D5B8EF3-9632-725F-C2BE-CE012BE0A979}"/>
          </ac:spMkLst>
        </pc:spChg>
        <pc:spChg chg="add del mod">
          <ac:chgData name="Bjørnar Odden Christiansen" userId="5150f3db-a42f-4717-9221-bdb988a6348e" providerId="ADAL" clId="{CCDE7617-834D-475F-8E79-B938B539F870}" dt="2026-04-12T14:01:54.241" v="4006" actId="571"/>
          <ac:spMkLst>
            <pc:docMk/>
            <pc:sldMk cId="1507480282" sldId="288"/>
            <ac:spMk id="17" creationId="{202714DA-0E0E-805D-012D-F8052A3E590E}"/>
          </ac:spMkLst>
        </pc:spChg>
        <pc:spChg chg="add mod">
          <ac:chgData name="Bjørnar Odden Christiansen" userId="5150f3db-a42f-4717-9221-bdb988a6348e" providerId="ADAL" clId="{CCDE7617-834D-475F-8E79-B938B539F870}" dt="2026-04-12T14:18:48.757" v="4765" actId="20577"/>
          <ac:spMkLst>
            <pc:docMk/>
            <pc:sldMk cId="1507480282" sldId="288"/>
            <ac:spMk id="18" creationId="{61677E9C-9323-CFBC-3AF3-A2345E165587}"/>
          </ac:spMkLst>
        </pc:spChg>
        <pc:spChg chg="add mod">
          <ac:chgData name="Bjørnar Odden Christiansen" userId="5150f3db-a42f-4717-9221-bdb988a6348e" providerId="ADAL" clId="{CCDE7617-834D-475F-8E79-B938B539F870}" dt="2026-04-12T14:14:38.873" v="4648" actId="20577"/>
          <ac:spMkLst>
            <pc:docMk/>
            <pc:sldMk cId="1507480282" sldId="288"/>
            <ac:spMk id="21" creationId="{2AB3B1CE-1D2B-8B20-09E0-659A9F1F50ED}"/>
          </ac:spMkLst>
        </pc:spChg>
        <pc:graphicFrameChg chg="del">
          <ac:chgData name="Bjørnar Odden Christiansen" userId="5150f3db-a42f-4717-9221-bdb988a6348e" providerId="ADAL" clId="{CCDE7617-834D-475F-8E79-B938B539F870}" dt="2026-04-12T13:58:51.145" v="3878" actId="478"/>
          <ac:graphicFrameMkLst>
            <pc:docMk/>
            <pc:sldMk cId="1507480282" sldId="288"/>
            <ac:graphicFrameMk id="4" creationId="{E27D2A45-7737-ECAA-AC66-BF08104461D0}"/>
          </ac:graphicFrameMkLst>
        </pc:graphicFrameChg>
        <pc:picChg chg="add mod">
          <ac:chgData name="Bjørnar Odden Christiansen" userId="5150f3db-a42f-4717-9221-bdb988a6348e" providerId="ADAL" clId="{CCDE7617-834D-475F-8E79-B938B539F870}" dt="2026-04-12T14:15:20.349" v="4676" actId="1076"/>
          <ac:picMkLst>
            <pc:docMk/>
            <pc:sldMk cId="1507480282" sldId="288"/>
            <ac:picMk id="6" creationId="{103A61DC-F400-74A0-34C2-4D90A003C3DC}"/>
          </ac:picMkLst>
        </pc:picChg>
        <pc:picChg chg="add mod">
          <ac:chgData name="Bjørnar Odden Christiansen" userId="5150f3db-a42f-4717-9221-bdb988a6348e" providerId="ADAL" clId="{CCDE7617-834D-475F-8E79-B938B539F870}" dt="2026-04-12T14:15:20.349" v="4676" actId="1076"/>
          <ac:picMkLst>
            <pc:docMk/>
            <pc:sldMk cId="1507480282" sldId="288"/>
            <ac:picMk id="9" creationId="{5E974DEF-5A65-F2C9-ED89-FDEE4D93E0B9}"/>
          </ac:picMkLst>
        </pc:picChg>
        <pc:picChg chg="add mod">
          <ac:chgData name="Bjørnar Odden Christiansen" userId="5150f3db-a42f-4717-9221-bdb988a6348e" providerId="ADAL" clId="{CCDE7617-834D-475F-8E79-B938B539F870}" dt="2026-04-12T14:15:20.349" v="4676" actId="1076"/>
          <ac:picMkLst>
            <pc:docMk/>
            <pc:sldMk cId="1507480282" sldId="288"/>
            <ac:picMk id="12" creationId="{9D58B970-F74A-9D88-F7A2-1F9930C27C52}"/>
          </ac:picMkLst>
        </pc:picChg>
        <pc:picChg chg="add mod">
          <ac:chgData name="Bjørnar Odden Christiansen" userId="5150f3db-a42f-4717-9221-bdb988a6348e" providerId="ADAL" clId="{CCDE7617-834D-475F-8E79-B938B539F870}" dt="2026-04-12T14:01:54.241" v="4006" actId="571"/>
          <ac:picMkLst>
            <pc:docMk/>
            <pc:sldMk cId="1507480282" sldId="288"/>
            <ac:picMk id="14" creationId="{E5F6C92E-0F20-BB4F-CD17-1B75EEA74A28}"/>
          </ac:picMkLst>
        </pc:picChg>
        <pc:picChg chg="add del mod">
          <ac:chgData name="Bjørnar Odden Christiansen" userId="5150f3db-a42f-4717-9221-bdb988a6348e" providerId="ADAL" clId="{CCDE7617-834D-475F-8E79-B938B539F870}" dt="2026-04-12T14:01:54.241" v="4006" actId="571"/>
          <ac:picMkLst>
            <pc:docMk/>
            <pc:sldMk cId="1507480282" sldId="288"/>
            <ac:picMk id="16" creationId="{D584D6C3-0FDC-8E23-E21C-E43C9A9C7C1A}"/>
          </ac:picMkLst>
        </pc:picChg>
        <pc:picChg chg="add mod">
          <ac:chgData name="Bjørnar Odden Christiansen" userId="5150f3db-a42f-4717-9221-bdb988a6348e" providerId="ADAL" clId="{CCDE7617-834D-475F-8E79-B938B539F870}" dt="2026-04-12T14:05:02.921" v="4294" actId="1076"/>
          <ac:picMkLst>
            <pc:docMk/>
            <pc:sldMk cId="1507480282" sldId="288"/>
            <ac:picMk id="20" creationId="{AC436308-CF7A-8749-09EB-9FB9C35DDBB0}"/>
          </ac:picMkLst>
        </pc:picChg>
        <pc:picChg chg="add mod">
          <ac:chgData name="Bjørnar Odden Christiansen" userId="5150f3db-a42f-4717-9221-bdb988a6348e" providerId="ADAL" clId="{CCDE7617-834D-475F-8E79-B938B539F870}" dt="2026-04-12T14:11:13.857" v="4524" actId="1076"/>
          <ac:picMkLst>
            <pc:docMk/>
            <pc:sldMk cId="1507480282" sldId="288"/>
            <ac:picMk id="23" creationId="{008A7CEB-A367-1C13-D1BA-C850478A990F}"/>
          </ac:picMkLst>
        </pc:picChg>
      </pc:sldChg>
      <pc:sldChg chg="modSp new del mod">
        <pc:chgData name="Bjørnar Odden Christiansen" userId="5150f3db-a42f-4717-9221-bdb988a6348e" providerId="ADAL" clId="{CCDE7617-834D-475F-8E79-B938B539F870}" dt="2026-04-12T12:46:07.556" v="3672" actId="47"/>
        <pc:sldMkLst>
          <pc:docMk/>
          <pc:sldMk cId="2639924132" sldId="289"/>
        </pc:sldMkLst>
        <pc:spChg chg="mod">
          <ac:chgData name="Bjørnar Odden Christiansen" userId="5150f3db-a42f-4717-9221-bdb988a6348e" providerId="ADAL" clId="{CCDE7617-834D-475F-8E79-B938B539F870}" dt="2026-04-12T12:36:09.630" v="3081" actId="20577"/>
          <ac:spMkLst>
            <pc:docMk/>
            <pc:sldMk cId="2639924132" sldId="289"/>
            <ac:spMk id="2" creationId="{ED23AC2A-04E1-B220-A844-B93912CF859E}"/>
          </ac:spMkLst>
        </pc:spChg>
      </pc:sldChg>
      <pc:sldChg chg="modSp new mod">
        <pc:chgData name="Bjørnar Odden Christiansen" userId="5150f3db-a42f-4717-9221-bdb988a6348e" providerId="ADAL" clId="{CCDE7617-834D-475F-8E79-B938B539F870}" dt="2026-04-12T12:44:10.844" v="3665" actId="20577"/>
        <pc:sldMkLst>
          <pc:docMk/>
          <pc:sldMk cId="881047386" sldId="290"/>
        </pc:sldMkLst>
        <pc:spChg chg="mod">
          <ac:chgData name="Bjørnar Odden Christiansen" userId="5150f3db-a42f-4717-9221-bdb988a6348e" providerId="ADAL" clId="{CCDE7617-834D-475F-8E79-B938B539F870}" dt="2026-04-12T12:36:46.326" v="3112" actId="20577"/>
          <ac:spMkLst>
            <pc:docMk/>
            <pc:sldMk cId="881047386" sldId="290"/>
            <ac:spMk id="2" creationId="{CCA2047D-4A15-D997-1DE0-68BC48E91B25}"/>
          </ac:spMkLst>
        </pc:spChg>
        <pc:spChg chg="mod">
          <ac:chgData name="Bjørnar Odden Christiansen" userId="5150f3db-a42f-4717-9221-bdb988a6348e" providerId="ADAL" clId="{CCDE7617-834D-475F-8E79-B938B539F870}" dt="2026-04-12T12:44:10.844" v="3665" actId="20577"/>
          <ac:spMkLst>
            <pc:docMk/>
            <pc:sldMk cId="881047386" sldId="290"/>
            <ac:spMk id="3" creationId="{C0D76BA4-EA94-F34C-F527-F011E12B5318}"/>
          </ac:spMkLst>
        </pc:spChg>
      </pc:sldChg>
      <pc:sldChg chg="modSp new mod">
        <pc:chgData name="Bjørnar Odden Christiansen" userId="5150f3db-a42f-4717-9221-bdb988a6348e" providerId="ADAL" clId="{CCDE7617-834D-475F-8E79-B938B539F870}" dt="2026-04-12T14:35:21.840" v="4826" actId="20577"/>
        <pc:sldMkLst>
          <pc:docMk/>
          <pc:sldMk cId="155252037" sldId="291"/>
        </pc:sldMkLst>
        <pc:spChg chg="mod">
          <ac:chgData name="Bjørnar Odden Christiansen" userId="5150f3db-a42f-4717-9221-bdb988a6348e" providerId="ADAL" clId="{CCDE7617-834D-475F-8E79-B938B539F870}" dt="2026-04-12T13:29:58.538" v="3761" actId="20577"/>
          <ac:spMkLst>
            <pc:docMk/>
            <pc:sldMk cId="155252037" sldId="291"/>
            <ac:spMk id="2" creationId="{1A8DE37F-6ABD-4559-702B-71A99889BA05}"/>
          </ac:spMkLst>
        </pc:spChg>
        <pc:spChg chg="mod">
          <ac:chgData name="Bjørnar Odden Christiansen" userId="5150f3db-a42f-4717-9221-bdb988a6348e" providerId="ADAL" clId="{CCDE7617-834D-475F-8E79-B938B539F870}" dt="2026-04-12T14:35:21.840" v="4826" actId="20577"/>
          <ac:spMkLst>
            <pc:docMk/>
            <pc:sldMk cId="155252037" sldId="291"/>
            <ac:spMk id="3" creationId="{4298DC8E-95BE-D751-E11C-4211547EBCB7}"/>
          </ac:spMkLst>
        </pc:spChg>
      </pc:sldChg>
      <pc:sldChg chg="new del">
        <pc:chgData name="Bjørnar Odden Christiansen" userId="5150f3db-a42f-4717-9221-bdb988a6348e" providerId="ADAL" clId="{CCDE7617-834D-475F-8E79-B938B539F870}" dt="2026-04-12T12:45:45.290" v="3670" actId="47"/>
        <pc:sldMkLst>
          <pc:docMk/>
          <pc:sldMk cId="4074272917" sldId="291"/>
        </pc:sldMkLst>
      </pc:sldChg>
      <pc:sldChg chg="modSp del mod">
        <pc:chgData name="Bjørnar Odden Christiansen" userId="5150f3db-a42f-4717-9221-bdb988a6348e" providerId="ADAL" clId="{CCDE7617-834D-475F-8E79-B938B539F870}" dt="2026-04-12T15:30:51.476" v="4830" actId="47"/>
        <pc:sldMkLst>
          <pc:docMk/>
          <pc:sldMk cId="4040675279" sldId="292"/>
        </pc:sldMkLst>
        <pc:spChg chg="mod">
          <ac:chgData name="Bjørnar Odden Christiansen" userId="5150f3db-a42f-4717-9221-bdb988a6348e" providerId="ADAL" clId="{CCDE7617-834D-475F-8E79-B938B539F870}" dt="2026-04-12T14:50:54.502" v="4829" actId="20577"/>
          <ac:spMkLst>
            <pc:docMk/>
            <pc:sldMk cId="4040675279" sldId="292"/>
            <ac:spMk id="3" creationId="{5544DBC9-D92F-8C69-1EED-17EE913DD843}"/>
          </ac:spMkLst>
        </pc:spChg>
      </pc:sldChg>
      <pc:sldChg chg="add del ord">
        <pc:chgData name="Bjørnar Odden Christiansen" userId="5150f3db-a42f-4717-9221-bdb988a6348e" providerId="ADAL" clId="{CCDE7617-834D-475F-8E79-B938B539F870}" dt="2026-04-12T12:46:03.746" v="3671" actId="47"/>
        <pc:sldMkLst>
          <pc:docMk/>
          <pc:sldMk cId="4185184296" sldId="292"/>
        </pc:sldMkLst>
      </pc:sldChg>
    </pc:docChg>
  </pc:docChgLst>
  <pc:docChgLst>
    <pc:chgData name="Bjørnar Odden Christiansen" userId="S::bjornaoc@ntnu.no::5150f3db-a42f-4717-9221-bdb988a6348e" providerId="AD" clId="Web-{31D5F45C-49AC-5973-FAA5-E0A1154C1BA4}"/>
    <pc:docChg chg="modSld">
      <pc:chgData name="Bjørnar Odden Christiansen" userId="S::bjornaoc@ntnu.no::5150f3db-a42f-4717-9221-bdb988a6348e" providerId="AD" clId="Web-{31D5F45C-49AC-5973-FAA5-E0A1154C1BA4}" dt="2026-04-12T11:55:50.002" v="0" actId="1076"/>
      <pc:docMkLst>
        <pc:docMk/>
      </pc:docMkLst>
      <pc:sldChg chg="modSp">
        <pc:chgData name="Bjørnar Odden Christiansen" userId="S::bjornaoc@ntnu.no::5150f3db-a42f-4717-9221-bdb988a6348e" providerId="AD" clId="Web-{31D5F45C-49AC-5973-FAA5-E0A1154C1BA4}" dt="2026-04-12T11:55:50.002" v="0" actId="1076"/>
        <pc:sldMkLst>
          <pc:docMk/>
          <pc:sldMk cId="1507480282" sldId="288"/>
        </pc:sldMkLst>
        <pc:graphicFrameChg chg="mod">
          <ac:chgData name="Bjørnar Odden Christiansen" userId="S::bjornaoc@ntnu.no::5150f3db-a42f-4717-9221-bdb988a6348e" providerId="AD" clId="Web-{31D5F45C-49AC-5973-FAA5-E0A1154C1BA4}" dt="2026-04-12T11:55:50.002" v="0" actId="1076"/>
          <ac:graphicFrameMkLst>
            <pc:docMk/>
            <pc:sldMk cId="1507480282" sldId="288"/>
            <ac:graphicFrameMk id="4" creationId="{E27D2A45-7737-ECAA-AC66-BF08104461D0}"/>
          </ac:graphicFrameMkLst>
        </pc:graphicFrameChg>
      </pc:sldChg>
    </pc:docChg>
  </pc:docChgLst>
  <pc:docChgLst>
    <pc:chgData name="Eivind Næssan Gaarder" userId="6415d319-a970-49a7-bd19-0d2b24c7e91e" providerId="ADAL" clId="{2293BBCC-66D9-4E72-8753-79A874D3F967}"/>
    <pc:docChg chg="undo custSel addSld delSld modSld">
      <pc:chgData name="Eivind Næssan Gaarder" userId="6415d319-a970-49a7-bd19-0d2b24c7e91e" providerId="ADAL" clId="{2293BBCC-66D9-4E72-8753-79A874D3F967}" dt="2026-04-12T15:30:50.550" v="3468" actId="47"/>
      <pc:docMkLst>
        <pc:docMk/>
      </pc:docMkLst>
      <pc:sldChg chg="addSp delSp modSp new mod setBg">
        <pc:chgData name="Eivind Næssan Gaarder" userId="6415d319-a970-49a7-bd19-0d2b24c7e91e" providerId="ADAL" clId="{2293BBCC-66D9-4E72-8753-79A874D3F967}" dt="2026-04-09T08:50:44.276" v="210" actId="26606"/>
        <pc:sldMkLst>
          <pc:docMk/>
          <pc:sldMk cId="401349641" sldId="256"/>
        </pc:sldMkLst>
        <pc:spChg chg="mod">
          <ac:chgData name="Eivind Næssan Gaarder" userId="6415d319-a970-49a7-bd19-0d2b24c7e91e" providerId="ADAL" clId="{2293BBCC-66D9-4E72-8753-79A874D3F967}" dt="2026-04-09T08:50:32.176" v="208" actId="26606"/>
          <ac:spMkLst>
            <pc:docMk/>
            <pc:sldMk cId="401349641" sldId="256"/>
            <ac:spMk id="2" creationId="{FA20455E-C7C7-CB6B-BCAE-AFA8B840A813}"/>
          </ac:spMkLst>
        </pc:spChg>
        <pc:spChg chg="add">
          <ac:chgData name="Eivind Næssan Gaarder" userId="6415d319-a970-49a7-bd19-0d2b24c7e91e" providerId="ADAL" clId="{2293BBCC-66D9-4E72-8753-79A874D3F967}" dt="2026-04-09T08:50:44.276" v="210" actId="26606"/>
          <ac:spMkLst>
            <pc:docMk/>
            <pc:sldMk cId="401349641" sldId="256"/>
            <ac:spMk id="20" creationId="{A8384FB5-9ADC-4DDC-881B-597D56F5B15D}"/>
          </ac:spMkLst>
        </pc:spChg>
        <pc:spChg chg="add">
          <ac:chgData name="Eivind Næssan Gaarder" userId="6415d319-a970-49a7-bd19-0d2b24c7e91e" providerId="ADAL" clId="{2293BBCC-66D9-4E72-8753-79A874D3F967}" dt="2026-04-09T08:50:44.276" v="210" actId="26606"/>
          <ac:spMkLst>
            <pc:docMk/>
            <pc:sldMk cId="401349641" sldId="256"/>
            <ac:spMk id="22" creationId="{1199E1B1-A8C0-4FE8-A5A8-1CB41D69F857}"/>
          </ac:spMkLst>
        </pc:spChg>
        <pc:spChg chg="add">
          <ac:chgData name="Eivind Næssan Gaarder" userId="6415d319-a970-49a7-bd19-0d2b24c7e91e" providerId="ADAL" clId="{2293BBCC-66D9-4E72-8753-79A874D3F967}" dt="2026-04-09T08:50:44.276" v="210" actId="26606"/>
          <ac:spMkLst>
            <pc:docMk/>
            <pc:sldMk cId="401349641" sldId="256"/>
            <ac:spMk id="24" creationId="{84A8DE83-DE75-4B41-9DB4-A7EC0B0DEC0B}"/>
          </ac:spMkLst>
        </pc:spChg>
        <pc:spChg chg="add">
          <ac:chgData name="Eivind Næssan Gaarder" userId="6415d319-a970-49a7-bd19-0d2b24c7e91e" providerId="ADAL" clId="{2293BBCC-66D9-4E72-8753-79A874D3F967}" dt="2026-04-09T08:50:44.276" v="210" actId="26606"/>
          <ac:spMkLst>
            <pc:docMk/>
            <pc:sldMk cId="401349641" sldId="256"/>
            <ac:spMk id="26" creationId="{A7009A0A-BEF5-4EAC-AF15-E4F9F002E239}"/>
          </ac:spMkLst>
        </pc:spChg>
        <pc:picChg chg="add mod">
          <ac:chgData name="Eivind Næssan Gaarder" userId="6415d319-a970-49a7-bd19-0d2b24c7e91e" providerId="ADAL" clId="{2293BBCC-66D9-4E72-8753-79A874D3F967}" dt="2026-04-09T08:50:32.176" v="208" actId="26606"/>
          <ac:picMkLst>
            <pc:docMk/>
            <pc:sldMk cId="401349641" sldId="256"/>
            <ac:picMk id="4" creationId="{D4885171-C4DB-EBBF-5FC5-40438A802AA2}"/>
          </ac:picMkLst>
        </pc:picChg>
      </pc:sldChg>
      <pc:sldChg chg="addSp delSp modSp new mod modNotesTx">
        <pc:chgData name="Eivind Næssan Gaarder" userId="6415d319-a970-49a7-bd19-0d2b24c7e91e" providerId="ADAL" clId="{2293BBCC-66D9-4E72-8753-79A874D3F967}" dt="2026-04-12T11:35:40.064" v="3190" actId="20577"/>
        <pc:sldMkLst>
          <pc:docMk/>
          <pc:sldMk cId="3497660845" sldId="257"/>
        </pc:sldMkLst>
        <pc:spChg chg="mod">
          <ac:chgData name="Eivind Næssan Gaarder" userId="6415d319-a970-49a7-bd19-0d2b24c7e91e" providerId="ADAL" clId="{2293BBCC-66D9-4E72-8753-79A874D3F967}" dt="2026-04-09T08:39:58.165" v="78" actId="20577"/>
          <ac:spMkLst>
            <pc:docMk/>
            <pc:sldMk cId="3497660845" sldId="257"/>
            <ac:spMk id="2" creationId="{1654F0F0-AA3F-1905-C53B-9067B255A0F2}"/>
          </ac:spMkLst>
        </pc:spChg>
        <pc:spChg chg="mod">
          <ac:chgData name="Eivind Næssan Gaarder" userId="6415d319-a970-49a7-bd19-0d2b24c7e91e" providerId="ADAL" clId="{2293BBCC-66D9-4E72-8753-79A874D3F967}" dt="2026-04-12T11:35:40.064" v="3190" actId="20577"/>
          <ac:spMkLst>
            <pc:docMk/>
            <pc:sldMk cId="3497660845" sldId="257"/>
            <ac:spMk id="3" creationId="{79643794-D5E9-0B32-1B44-BF9D2B2623DE}"/>
          </ac:spMkLst>
        </pc:spChg>
      </pc:sldChg>
      <pc:sldChg chg="addSp delSp modSp new mod setBg">
        <pc:chgData name="Eivind Næssan Gaarder" userId="6415d319-a970-49a7-bd19-0d2b24c7e91e" providerId="ADAL" clId="{2293BBCC-66D9-4E72-8753-79A874D3F967}" dt="2026-04-09T09:21:47.429" v="1025" actId="26606"/>
        <pc:sldMkLst>
          <pc:docMk/>
          <pc:sldMk cId="2091056354" sldId="258"/>
        </pc:sldMkLst>
        <pc:spChg chg="mod">
          <ac:chgData name="Eivind Næssan Gaarder" userId="6415d319-a970-49a7-bd19-0d2b24c7e91e" providerId="ADAL" clId="{2293BBCC-66D9-4E72-8753-79A874D3F967}" dt="2026-04-09T09:21:47.429" v="1025" actId="26606"/>
          <ac:spMkLst>
            <pc:docMk/>
            <pc:sldMk cId="2091056354" sldId="258"/>
            <ac:spMk id="2" creationId="{730AD33F-7467-BA3A-506F-74B6CDE4E442}"/>
          </ac:spMkLst>
        </pc:spChg>
        <pc:spChg chg="add">
          <ac:chgData name="Eivind Næssan Gaarder" userId="6415d319-a970-49a7-bd19-0d2b24c7e91e" providerId="ADAL" clId="{2293BBCC-66D9-4E72-8753-79A874D3F967}" dt="2026-04-09T09:21:47.429" v="1025" actId="26606"/>
          <ac:spMkLst>
            <pc:docMk/>
            <pc:sldMk cId="2091056354" sldId="258"/>
            <ac:spMk id="9" creationId="{A8384FB5-9ADC-4DDC-881B-597D56F5B15D}"/>
          </ac:spMkLst>
        </pc:spChg>
        <pc:spChg chg="add">
          <ac:chgData name="Eivind Næssan Gaarder" userId="6415d319-a970-49a7-bd19-0d2b24c7e91e" providerId="ADAL" clId="{2293BBCC-66D9-4E72-8753-79A874D3F967}" dt="2026-04-09T09:21:47.429" v="1025" actId="26606"/>
          <ac:spMkLst>
            <pc:docMk/>
            <pc:sldMk cId="2091056354" sldId="258"/>
            <ac:spMk id="11" creationId="{1199E1B1-A8C0-4FE8-A5A8-1CB41D69F857}"/>
          </ac:spMkLst>
        </pc:spChg>
        <pc:spChg chg="add">
          <ac:chgData name="Eivind Næssan Gaarder" userId="6415d319-a970-49a7-bd19-0d2b24c7e91e" providerId="ADAL" clId="{2293BBCC-66D9-4E72-8753-79A874D3F967}" dt="2026-04-09T09:21:47.429" v="1025" actId="26606"/>
          <ac:spMkLst>
            <pc:docMk/>
            <pc:sldMk cId="2091056354" sldId="258"/>
            <ac:spMk id="13" creationId="{84A8DE83-DE75-4B41-9DB4-A7EC0B0DEC0B}"/>
          </ac:spMkLst>
        </pc:spChg>
        <pc:spChg chg="add">
          <ac:chgData name="Eivind Næssan Gaarder" userId="6415d319-a970-49a7-bd19-0d2b24c7e91e" providerId="ADAL" clId="{2293BBCC-66D9-4E72-8753-79A874D3F967}" dt="2026-04-09T09:21:47.429" v="1025" actId="26606"/>
          <ac:spMkLst>
            <pc:docMk/>
            <pc:sldMk cId="2091056354" sldId="258"/>
            <ac:spMk id="15" creationId="{A7009A0A-BEF5-4EAC-AF15-E4F9F002E239}"/>
          </ac:spMkLst>
        </pc:spChg>
        <pc:picChg chg="add mod">
          <ac:chgData name="Eivind Næssan Gaarder" userId="6415d319-a970-49a7-bd19-0d2b24c7e91e" providerId="ADAL" clId="{2293BBCC-66D9-4E72-8753-79A874D3F967}" dt="2026-04-09T09:21:47.429" v="1025" actId="26606"/>
          <ac:picMkLst>
            <pc:docMk/>
            <pc:sldMk cId="2091056354" sldId="258"/>
            <ac:picMk id="4" creationId="{4139644A-FD5B-E687-277F-3A3DCD6124A4}"/>
          </ac:picMkLst>
        </pc:picChg>
      </pc:sldChg>
      <pc:sldChg chg="addSp delSp modSp new mod setBg">
        <pc:chgData name="Eivind Næssan Gaarder" userId="6415d319-a970-49a7-bd19-0d2b24c7e91e" providerId="ADAL" clId="{2293BBCC-66D9-4E72-8753-79A874D3F967}" dt="2026-04-09T09:21:40.431" v="1024" actId="26606"/>
        <pc:sldMkLst>
          <pc:docMk/>
          <pc:sldMk cId="1978152368" sldId="259"/>
        </pc:sldMkLst>
        <pc:spChg chg="mod">
          <ac:chgData name="Eivind Næssan Gaarder" userId="6415d319-a970-49a7-bd19-0d2b24c7e91e" providerId="ADAL" clId="{2293BBCC-66D9-4E72-8753-79A874D3F967}" dt="2026-04-09T09:21:40.431" v="1024" actId="26606"/>
          <ac:spMkLst>
            <pc:docMk/>
            <pc:sldMk cId="1978152368" sldId="259"/>
            <ac:spMk id="2" creationId="{98A45E9A-D559-48EC-0F90-2A01963F1243}"/>
          </ac:spMkLst>
        </pc:spChg>
        <pc:spChg chg="add">
          <ac:chgData name="Eivind Næssan Gaarder" userId="6415d319-a970-49a7-bd19-0d2b24c7e91e" providerId="ADAL" clId="{2293BBCC-66D9-4E72-8753-79A874D3F967}" dt="2026-04-09T09:21:40.431" v="1024" actId="26606"/>
          <ac:spMkLst>
            <pc:docMk/>
            <pc:sldMk cId="1978152368" sldId="259"/>
            <ac:spMk id="9" creationId="{A8384FB5-9ADC-4DDC-881B-597D56F5B15D}"/>
          </ac:spMkLst>
        </pc:spChg>
        <pc:spChg chg="add">
          <ac:chgData name="Eivind Næssan Gaarder" userId="6415d319-a970-49a7-bd19-0d2b24c7e91e" providerId="ADAL" clId="{2293BBCC-66D9-4E72-8753-79A874D3F967}" dt="2026-04-09T09:21:40.431" v="1024" actId="26606"/>
          <ac:spMkLst>
            <pc:docMk/>
            <pc:sldMk cId="1978152368" sldId="259"/>
            <ac:spMk id="11" creationId="{1199E1B1-A8C0-4FE8-A5A8-1CB41D69F857}"/>
          </ac:spMkLst>
        </pc:spChg>
        <pc:spChg chg="add">
          <ac:chgData name="Eivind Næssan Gaarder" userId="6415d319-a970-49a7-bd19-0d2b24c7e91e" providerId="ADAL" clId="{2293BBCC-66D9-4E72-8753-79A874D3F967}" dt="2026-04-09T09:21:40.431" v="1024" actId="26606"/>
          <ac:spMkLst>
            <pc:docMk/>
            <pc:sldMk cId="1978152368" sldId="259"/>
            <ac:spMk id="13" creationId="{84A8DE83-DE75-4B41-9DB4-A7EC0B0DEC0B}"/>
          </ac:spMkLst>
        </pc:spChg>
        <pc:spChg chg="add">
          <ac:chgData name="Eivind Næssan Gaarder" userId="6415d319-a970-49a7-bd19-0d2b24c7e91e" providerId="ADAL" clId="{2293BBCC-66D9-4E72-8753-79A874D3F967}" dt="2026-04-09T09:21:40.431" v="1024" actId="26606"/>
          <ac:spMkLst>
            <pc:docMk/>
            <pc:sldMk cId="1978152368" sldId="259"/>
            <ac:spMk id="15" creationId="{A7009A0A-BEF5-4EAC-AF15-E4F9F002E239}"/>
          </ac:spMkLst>
        </pc:spChg>
        <pc:picChg chg="add mod">
          <ac:chgData name="Eivind Næssan Gaarder" userId="6415d319-a970-49a7-bd19-0d2b24c7e91e" providerId="ADAL" clId="{2293BBCC-66D9-4E72-8753-79A874D3F967}" dt="2026-04-09T09:21:40.431" v="1024" actId="26606"/>
          <ac:picMkLst>
            <pc:docMk/>
            <pc:sldMk cId="1978152368" sldId="259"/>
            <ac:picMk id="4" creationId="{A9D6B650-5BEF-3FC1-8AE0-3A99D6601BE2}"/>
          </ac:picMkLst>
        </pc:picChg>
      </pc:sldChg>
      <pc:sldChg chg="addSp delSp modSp new mod setBg">
        <pc:chgData name="Eivind Næssan Gaarder" userId="6415d319-a970-49a7-bd19-0d2b24c7e91e" providerId="ADAL" clId="{2293BBCC-66D9-4E72-8753-79A874D3F967}" dt="2026-04-09T09:27:14.362" v="1149" actId="26606"/>
        <pc:sldMkLst>
          <pc:docMk/>
          <pc:sldMk cId="3912641573" sldId="260"/>
        </pc:sldMkLst>
        <pc:spChg chg="mod">
          <ac:chgData name="Eivind Næssan Gaarder" userId="6415d319-a970-49a7-bd19-0d2b24c7e91e" providerId="ADAL" clId="{2293BBCC-66D9-4E72-8753-79A874D3F967}" dt="2026-04-09T09:27:14.362" v="1149" actId="26606"/>
          <ac:spMkLst>
            <pc:docMk/>
            <pc:sldMk cId="3912641573" sldId="260"/>
            <ac:spMk id="2" creationId="{0CFA2C78-240A-23C1-DA01-C02B24D64731}"/>
          </ac:spMkLst>
        </pc:spChg>
        <pc:spChg chg="add">
          <ac:chgData name="Eivind Næssan Gaarder" userId="6415d319-a970-49a7-bd19-0d2b24c7e91e" providerId="ADAL" clId="{2293BBCC-66D9-4E72-8753-79A874D3F967}" dt="2026-04-09T09:27:14.362" v="1149" actId="26606"/>
          <ac:spMkLst>
            <pc:docMk/>
            <pc:sldMk cId="3912641573" sldId="260"/>
            <ac:spMk id="9" creationId="{A8384FB5-9ADC-4DDC-881B-597D56F5B15D}"/>
          </ac:spMkLst>
        </pc:spChg>
        <pc:spChg chg="add">
          <ac:chgData name="Eivind Næssan Gaarder" userId="6415d319-a970-49a7-bd19-0d2b24c7e91e" providerId="ADAL" clId="{2293BBCC-66D9-4E72-8753-79A874D3F967}" dt="2026-04-09T09:27:14.362" v="1149" actId="26606"/>
          <ac:spMkLst>
            <pc:docMk/>
            <pc:sldMk cId="3912641573" sldId="260"/>
            <ac:spMk id="11" creationId="{1199E1B1-A8C0-4FE8-A5A8-1CB41D69F857}"/>
          </ac:spMkLst>
        </pc:spChg>
        <pc:spChg chg="add">
          <ac:chgData name="Eivind Næssan Gaarder" userId="6415d319-a970-49a7-bd19-0d2b24c7e91e" providerId="ADAL" clId="{2293BBCC-66D9-4E72-8753-79A874D3F967}" dt="2026-04-09T09:27:14.362" v="1149" actId="26606"/>
          <ac:spMkLst>
            <pc:docMk/>
            <pc:sldMk cId="3912641573" sldId="260"/>
            <ac:spMk id="13" creationId="{84A8DE83-DE75-4B41-9DB4-A7EC0B0DEC0B}"/>
          </ac:spMkLst>
        </pc:spChg>
        <pc:spChg chg="add">
          <ac:chgData name="Eivind Næssan Gaarder" userId="6415d319-a970-49a7-bd19-0d2b24c7e91e" providerId="ADAL" clId="{2293BBCC-66D9-4E72-8753-79A874D3F967}" dt="2026-04-09T09:27:14.362" v="1149" actId="26606"/>
          <ac:spMkLst>
            <pc:docMk/>
            <pc:sldMk cId="3912641573" sldId="260"/>
            <ac:spMk id="15" creationId="{A7009A0A-BEF5-4EAC-AF15-E4F9F002E239}"/>
          </ac:spMkLst>
        </pc:spChg>
        <pc:picChg chg="add mod">
          <ac:chgData name="Eivind Næssan Gaarder" userId="6415d319-a970-49a7-bd19-0d2b24c7e91e" providerId="ADAL" clId="{2293BBCC-66D9-4E72-8753-79A874D3F967}" dt="2026-04-09T09:27:14.362" v="1149" actId="26606"/>
          <ac:picMkLst>
            <pc:docMk/>
            <pc:sldMk cId="3912641573" sldId="260"/>
            <ac:picMk id="4" creationId="{97BD4D55-83BF-54B0-DF28-A2BF122F4CED}"/>
          </ac:picMkLst>
        </pc:picChg>
      </pc:sldChg>
      <pc:sldChg chg="new">
        <pc:chgData name="Eivind Næssan Gaarder" userId="6415d319-a970-49a7-bd19-0d2b24c7e91e" providerId="ADAL" clId="{2293BBCC-66D9-4E72-8753-79A874D3F967}" dt="2026-04-09T08:41:58.082" v="135" actId="680"/>
        <pc:sldMkLst>
          <pc:docMk/>
          <pc:sldMk cId="1257214576" sldId="261"/>
        </pc:sldMkLst>
      </pc:sldChg>
      <pc:sldChg chg="addSp delSp modSp mod setBg">
        <pc:chgData name="Eivind Næssan Gaarder" userId="6415d319-a970-49a7-bd19-0d2b24c7e91e" providerId="ADAL" clId="{2293BBCC-66D9-4E72-8753-79A874D3F967}" dt="2026-04-09T09:21:53.627" v="1026" actId="26606"/>
        <pc:sldMkLst>
          <pc:docMk/>
          <pc:sldMk cId="3060542400" sldId="262"/>
        </pc:sldMkLst>
        <pc:spChg chg="mod">
          <ac:chgData name="Eivind Næssan Gaarder" userId="6415d319-a970-49a7-bd19-0d2b24c7e91e" providerId="ADAL" clId="{2293BBCC-66D9-4E72-8753-79A874D3F967}" dt="2026-04-09T09:21:53.627" v="1026" actId="26606"/>
          <ac:spMkLst>
            <pc:docMk/>
            <pc:sldMk cId="3060542400" sldId="262"/>
            <ac:spMk id="2" creationId="{22DF1882-D4B4-3C4A-EF42-4668813AB5A3}"/>
          </ac:spMkLst>
        </pc:spChg>
        <pc:spChg chg="add">
          <ac:chgData name="Eivind Næssan Gaarder" userId="6415d319-a970-49a7-bd19-0d2b24c7e91e" providerId="ADAL" clId="{2293BBCC-66D9-4E72-8753-79A874D3F967}" dt="2026-04-09T09:21:53.627" v="1026" actId="26606"/>
          <ac:spMkLst>
            <pc:docMk/>
            <pc:sldMk cId="3060542400" sldId="262"/>
            <ac:spMk id="9" creationId="{A8384FB5-9ADC-4DDC-881B-597D56F5B15D}"/>
          </ac:spMkLst>
        </pc:spChg>
        <pc:spChg chg="add">
          <ac:chgData name="Eivind Næssan Gaarder" userId="6415d319-a970-49a7-bd19-0d2b24c7e91e" providerId="ADAL" clId="{2293BBCC-66D9-4E72-8753-79A874D3F967}" dt="2026-04-09T09:21:53.627" v="1026" actId="26606"/>
          <ac:spMkLst>
            <pc:docMk/>
            <pc:sldMk cId="3060542400" sldId="262"/>
            <ac:spMk id="11" creationId="{1199E1B1-A8C0-4FE8-A5A8-1CB41D69F857}"/>
          </ac:spMkLst>
        </pc:spChg>
        <pc:spChg chg="add">
          <ac:chgData name="Eivind Næssan Gaarder" userId="6415d319-a970-49a7-bd19-0d2b24c7e91e" providerId="ADAL" clId="{2293BBCC-66D9-4E72-8753-79A874D3F967}" dt="2026-04-09T09:21:53.627" v="1026" actId="26606"/>
          <ac:spMkLst>
            <pc:docMk/>
            <pc:sldMk cId="3060542400" sldId="262"/>
            <ac:spMk id="13" creationId="{84A8DE83-DE75-4B41-9DB4-A7EC0B0DEC0B}"/>
          </ac:spMkLst>
        </pc:spChg>
        <pc:spChg chg="add">
          <ac:chgData name="Eivind Næssan Gaarder" userId="6415d319-a970-49a7-bd19-0d2b24c7e91e" providerId="ADAL" clId="{2293BBCC-66D9-4E72-8753-79A874D3F967}" dt="2026-04-09T09:21:53.627" v="1026" actId="26606"/>
          <ac:spMkLst>
            <pc:docMk/>
            <pc:sldMk cId="3060542400" sldId="262"/>
            <ac:spMk id="15" creationId="{A7009A0A-BEF5-4EAC-AF15-E4F9F002E239}"/>
          </ac:spMkLst>
        </pc:spChg>
        <pc:picChg chg="add mod">
          <ac:chgData name="Eivind Næssan Gaarder" userId="6415d319-a970-49a7-bd19-0d2b24c7e91e" providerId="ADAL" clId="{2293BBCC-66D9-4E72-8753-79A874D3F967}" dt="2026-04-09T09:21:53.627" v="1026" actId="26606"/>
          <ac:picMkLst>
            <pc:docMk/>
            <pc:sldMk cId="3060542400" sldId="262"/>
            <ac:picMk id="4" creationId="{B76975DB-1148-1476-8E01-E01233456091}"/>
          </ac:picMkLst>
        </pc:picChg>
      </pc:sldChg>
      <pc:sldChg chg="addSp delSp modSp new mod">
        <pc:chgData name="Eivind Næssan Gaarder" userId="6415d319-a970-49a7-bd19-0d2b24c7e91e" providerId="ADAL" clId="{2293BBCC-66D9-4E72-8753-79A874D3F967}" dt="2026-04-09T09:00:03.545" v="438" actId="1076"/>
        <pc:sldMkLst>
          <pc:docMk/>
          <pc:sldMk cId="2563978821" sldId="264"/>
        </pc:sldMkLst>
        <pc:picChg chg="add mod">
          <ac:chgData name="Eivind Næssan Gaarder" userId="6415d319-a970-49a7-bd19-0d2b24c7e91e" providerId="ADAL" clId="{2293BBCC-66D9-4E72-8753-79A874D3F967}" dt="2026-04-09T08:59:55.505" v="437" actId="1076"/>
          <ac:picMkLst>
            <pc:docMk/>
            <pc:sldMk cId="2563978821" sldId="264"/>
            <ac:picMk id="6" creationId="{834757A0-CD8E-ED9D-9C42-C4E915807D4C}"/>
          </ac:picMkLst>
        </pc:picChg>
        <pc:picChg chg="add mod">
          <ac:chgData name="Eivind Næssan Gaarder" userId="6415d319-a970-49a7-bd19-0d2b24c7e91e" providerId="ADAL" clId="{2293BBCC-66D9-4E72-8753-79A874D3F967}" dt="2026-04-09T09:00:03.545" v="438" actId="1076"/>
          <ac:picMkLst>
            <pc:docMk/>
            <pc:sldMk cId="2563978821" sldId="264"/>
            <ac:picMk id="8" creationId="{24976D73-B4FF-9328-FB18-36FED7F106D3}"/>
          </ac:picMkLst>
        </pc:picChg>
      </pc:sldChg>
      <pc:sldChg chg="addSp delSp modSp new mod modNotesTx">
        <pc:chgData name="Eivind Næssan Gaarder" userId="6415d319-a970-49a7-bd19-0d2b24c7e91e" providerId="ADAL" clId="{2293BBCC-66D9-4E72-8753-79A874D3F967}" dt="2026-04-12T15:06:59.146" v="3428" actId="20577"/>
        <pc:sldMkLst>
          <pc:docMk/>
          <pc:sldMk cId="435671467" sldId="265"/>
        </pc:sldMkLst>
        <pc:spChg chg="mod">
          <ac:chgData name="Eivind Næssan Gaarder" userId="6415d319-a970-49a7-bd19-0d2b24c7e91e" providerId="ADAL" clId="{2293BBCC-66D9-4E72-8753-79A874D3F967}" dt="2026-04-09T08:54:49.719" v="339" actId="20577"/>
          <ac:spMkLst>
            <pc:docMk/>
            <pc:sldMk cId="435671467" sldId="265"/>
            <ac:spMk id="2" creationId="{1F6F8C98-1359-07AF-2098-DEDA1F3C72EE}"/>
          </ac:spMkLst>
        </pc:spChg>
        <pc:spChg chg="add mod">
          <ac:chgData name="Eivind Næssan Gaarder" userId="6415d319-a970-49a7-bd19-0d2b24c7e91e" providerId="ADAL" clId="{2293BBCC-66D9-4E72-8753-79A874D3F967}" dt="2026-04-12T15:06:59.146" v="3428" actId="20577"/>
          <ac:spMkLst>
            <pc:docMk/>
            <pc:sldMk cId="435671467" sldId="265"/>
            <ac:spMk id="7" creationId="{048D630E-49A5-584E-040E-52FC565B9340}"/>
          </ac:spMkLst>
        </pc:spChg>
        <pc:picChg chg="add del mod">
          <ac:chgData name="Eivind Næssan Gaarder" userId="6415d319-a970-49a7-bd19-0d2b24c7e91e" providerId="ADAL" clId="{2293BBCC-66D9-4E72-8753-79A874D3F967}" dt="2026-04-09T09:53:39.227" v="1756" actId="478"/>
          <ac:picMkLst>
            <pc:docMk/>
            <pc:sldMk cId="435671467" sldId="265"/>
            <ac:picMk id="4" creationId="{E12A1DA6-0236-5116-7EEE-2BEB4075BE5C}"/>
          </ac:picMkLst>
        </pc:picChg>
      </pc:sldChg>
      <pc:sldChg chg="addSp delSp modSp new mod setBg modNotesTx">
        <pc:chgData name="Eivind Næssan Gaarder" userId="6415d319-a970-49a7-bd19-0d2b24c7e91e" providerId="ADAL" clId="{2293BBCC-66D9-4E72-8753-79A874D3F967}" dt="2026-04-09T10:35:10.417" v="2693" actId="20577"/>
        <pc:sldMkLst>
          <pc:docMk/>
          <pc:sldMk cId="3831386734" sldId="266"/>
        </pc:sldMkLst>
        <pc:spChg chg="mod">
          <ac:chgData name="Eivind Næssan Gaarder" userId="6415d319-a970-49a7-bd19-0d2b24c7e91e" providerId="ADAL" clId="{2293BBCC-66D9-4E72-8753-79A874D3F967}" dt="2026-04-09T10:28:11.844" v="2521" actId="20577"/>
          <ac:spMkLst>
            <pc:docMk/>
            <pc:sldMk cId="3831386734" sldId="266"/>
            <ac:spMk id="2" creationId="{E2842FEC-04B2-A4F8-BBE9-504CE2E503B6}"/>
          </ac:spMkLst>
        </pc:spChg>
        <pc:spChg chg="add mod">
          <ac:chgData name="Eivind Næssan Gaarder" userId="6415d319-a970-49a7-bd19-0d2b24c7e91e" providerId="ADAL" clId="{2293BBCC-66D9-4E72-8753-79A874D3F967}" dt="2026-04-09T10:33:46.222" v="2668" actId="207"/>
          <ac:spMkLst>
            <pc:docMk/>
            <pc:sldMk cId="3831386734" sldId="266"/>
            <ac:spMk id="7" creationId="{BBF819E6-7639-4759-ACC5-93C962A97891}"/>
          </ac:spMkLst>
        </pc:spChg>
        <pc:spChg chg="add">
          <ac:chgData name="Eivind Næssan Gaarder" userId="6415d319-a970-49a7-bd19-0d2b24c7e91e" providerId="ADAL" clId="{2293BBCC-66D9-4E72-8753-79A874D3F967}" dt="2026-04-09T08:53:42.292" v="274" actId="26606"/>
          <ac:spMkLst>
            <pc:docMk/>
            <pc:sldMk cId="3831386734" sldId="266"/>
            <ac:spMk id="11" creationId="{A4E37431-20F0-4DD6-84A9-ED2B644943A2}"/>
          </ac:spMkLst>
        </pc:spChg>
        <pc:spChg chg="add">
          <ac:chgData name="Eivind Næssan Gaarder" userId="6415d319-a970-49a7-bd19-0d2b24c7e91e" providerId="ADAL" clId="{2293BBCC-66D9-4E72-8753-79A874D3F967}" dt="2026-04-09T08:53:42.292" v="274" actId="26606"/>
          <ac:spMkLst>
            <pc:docMk/>
            <pc:sldMk cId="3831386734" sldId="266"/>
            <ac:spMk id="13" creationId="{0AE98B72-66C6-4AB4-AF0D-BA830DE86393}"/>
          </ac:spMkLst>
        </pc:spChg>
        <pc:spChg chg="add">
          <ac:chgData name="Eivind Næssan Gaarder" userId="6415d319-a970-49a7-bd19-0d2b24c7e91e" providerId="ADAL" clId="{2293BBCC-66D9-4E72-8753-79A874D3F967}" dt="2026-04-09T08:53:42.292" v="274" actId="26606"/>
          <ac:spMkLst>
            <pc:docMk/>
            <pc:sldMk cId="3831386734" sldId="266"/>
            <ac:spMk id="15" creationId="{407EAFC6-733F-403D-BB4D-05A3A28742F1}"/>
          </ac:spMkLst>
        </pc:spChg>
        <pc:spChg chg="add">
          <ac:chgData name="Eivind Næssan Gaarder" userId="6415d319-a970-49a7-bd19-0d2b24c7e91e" providerId="ADAL" clId="{2293BBCC-66D9-4E72-8753-79A874D3F967}" dt="2026-04-09T08:53:42.292" v="274" actId="26606"/>
          <ac:spMkLst>
            <pc:docMk/>
            <pc:sldMk cId="3831386734" sldId="266"/>
            <ac:spMk id="17" creationId="{17A36730-4CB0-4F61-AD11-A44C9765833F}"/>
          </ac:spMkLst>
        </pc:spChg>
        <pc:spChg chg="add">
          <ac:chgData name="Eivind Næssan Gaarder" userId="6415d319-a970-49a7-bd19-0d2b24c7e91e" providerId="ADAL" clId="{2293BBCC-66D9-4E72-8753-79A874D3F967}" dt="2026-04-09T08:53:42.292" v="274" actId="26606"/>
          <ac:spMkLst>
            <pc:docMk/>
            <pc:sldMk cId="3831386734" sldId="266"/>
            <ac:spMk id="19" creationId="{C69C79E1-F916-4929-A4F3-DE763D4BFA57}"/>
          </ac:spMkLst>
        </pc:spChg>
        <pc:spChg chg="add">
          <ac:chgData name="Eivind Næssan Gaarder" userId="6415d319-a970-49a7-bd19-0d2b24c7e91e" providerId="ADAL" clId="{2293BBCC-66D9-4E72-8753-79A874D3F967}" dt="2026-04-09T08:53:42.292" v="274" actId="26606"/>
          <ac:spMkLst>
            <pc:docMk/>
            <pc:sldMk cId="3831386734" sldId="266"/>
            <ac:spMk id="21" creationId="{767334AB-16BD-4EC7-8C6B-4B5171600933}"/>
          </ac:spMkLst>
        </pc:spChg>
        <pc:picChg chg="add mod">
          <ac:chgData name="Eivind Næssan Gaarder" userId="6415d319-a970-49a7-bd19-0d2b24c7e91e" providerId="ADAL" clId="{2293BBCC-66D9-4E72-8753-79A874D3F967}" dt="2026-04-09T08:53:42.292" v="274" actId="26606"/>
          <ac:picMkLst>
            <pc:docMk/>
            <pc:sldMk cId="3831386734" sldId="266"/>
            <ac:picMk id="6" creationId="{CB171F7E-871B-32E0-E173-9C55010E593B}"/>
          </ac:picMkLst>
        </pc:picChg>
      </pc:sldChg>
      <pc:sldChg chg="addSp delSp modSp new mod">
        <pc:chgData name="Eivind Næssan Gaarder" userId="6415d319-a970-49a7-bd19-0d2b24c7e91e" providerId="ADAL" clId="{2293BBCC-66D9-4E72-8753-79A874D3F967}" dt="2026-04-09T10:27:45.418" v="2478" actId="14100"/>
        <pc:sldMkLst>
          <pc:docMk/>
          <pc:sldMk cId="4147825261" sldId="267"/>
        </pc:sldMkLst>
        <pc:spChg chg="mod">
          <ac:chgData name="Eivind Næssan Gaarder" userId="6415d319-a970-49a7-bd19-0d2b24c7e91e" providerId="ADAL" clId="{2293BBCC-66D9-4E72-8753-79A874D3F967}" dt="2026-04-09T09:02:54.769" v="564" actId="20577"/>
          <ac:spMkLst>
            <pc:docMk/>
            <pc:sldMk cId="4147825261" sldId="267"/>
            <ac:spMk id="2" creationId="{2F1C97C3-0666-075E-1F13-623C6117A95A}"/>
          </ac:spMkLst>
        </pc:spChg>
        <pc:picChg chg="add mod">
          <ac:chgData name="Eivind Næssan Gaarder" userId="6415d319-a970-49a7-bd19-0d2b24c7e91e" providerId="ADAL" clId="{2293BBCC-66D9-4E72-8753-79A874D3F967}" dt="2026-04-09T10:27:45.418" v="2478" actId="14100"/>
          <ac:picMkLst>
            <pc:docMk/>
            <pc:sldMk cId="4147825261" sldId="267"/>
            <ac:picMk id="4" creationId="{1C3CA176-5C87-CF51-ADFD-839C55C3C108}"/>
          </ac:picMkLst>
        </pc:picChg>
        <pc:picChg chg="add mod">
          <ac:chgData name="Eivind Næssan Gaarder" userId="6415d319-a970-49a7-bd19-0d2b24c7e91e" providerId="ADAL" clId="{2293BBCC-66D9-4E72-8753-79A874D3F967}" dt="2026-04-09T10:27:41.230" v="2477" actId="14100"/>
          <ac:picMkLst>
            <pc:docMk/>
            <pc:sldMk cId="4147825261" sldId="267"/>
            <ac:picMk id="5" creationId="{CF14D37F-B606-16D5-1C34-4608F6AB8F6F}"/>
          </ac:picMkLst>
        </pc:picChg>
      </pc:sldChg>
      <pc:sldChg chg="addSp modSp new mod modNotesTx">
        <pc:chgData name="Eivind Næssan Gaarder" userId="6415d319-a970-49a7-bd19-0d2b24c7e91e" providerId="ADAL" clId="{2293BBCC-66D9-4E72-8753-79A874D3F967}" dt="2026-04-09T10:56:54.879" v="3098" actId="1076"/>
        <pc:sldMkLst>
          <pc:docMk/>
          <pc:sldMk cId="1987167857" sldId="268"/>
        </pc:sldMkLst>
        <pc:spChg chg="mod">
          <ac:chgData name="Eivind Næssan Gaarder" userId="6415d319-a970-49a7-bd19-0d2b24c7e91e" providerId="ADAL" clId="{2293BBCC-66D9-4E72-8753-79A874D3F967}" dt="2026-04-09T09:03:14.514" v="572" actId="20577"/>
          <ac:spMkLst>
            <pc:docMk/>
            <pc:sldMk cId="1987167857" sldId="268"/>
            <ac:spMk id="2" creationId="{9A3ADDE6-5DE2-EBBD-18BB-3AEF752CEAA3}"/>
          </ac:spMkLst>
        </pc:spChg>
        <pc:spChg chg="mod">
          <ac:chgData name="Eivind Næssan Gaarder" userId="6415d319-a970-49a7-bd19-0d2b24c7e91e" providerId="ADAL" clId="{2293BBCC-66D9-4E72-8753-79A874D3F967}" dt="2026-04-09T10:56:52.299" v="3097" actId="1076"/>
          <ac:spMkLst>
            <pc:docMk/>
            <pc:sldMk cId="1987167857" sldId="268"/>
            <ac:spMk id="3" creationId="{04B891CE-9DCB-ECB8-151D-52C0739C201F}"/>
          </ac:spMkLst>
        </pc:spChg>
        <pc:picChg chg="add mod">
          <ac:chgData name="Eivind Næssan Gaarder" userId="6415d319-a970-49a7-bd19-0d2b24c7e91e" providerId="ADAL" clId="{2293BBCC-66D9-4E72-8753-79A874D3F967}" dt="2026-04-09T10:56:54.879" v="3098" actId="1076"/>
          <ac:picMkLst>
            <pc:docMk/>
            <pc:sldMk cId="1987167857" sldId="268"/>
            <ac:picMk id="4" creationId="{D75B306C-A593-5B40-909A-151EFAF53075}"/>
          </ac:picMkLst>
        </pc:picChg>
      </pc:sldChg>
      <pc:sldChg chg="addSp delSp modSp new mod">
        <pc:chgData name="Eivind Næssan Gaarder" userId="6415d319-a970-49a7-bd19-0d2b24c7e91e" providerId="ADAL" clId="{2293BBCC-66D9-4E72-8753-79A874D3F967}" dt="2026-04-12T15:09:56.076" v="3430" actId="20577"/>
        <pc:sldMkLst>
          <pc:docMk/>
          <pc:sldMk cId="3531873566" sldId="269"/>
        </pc:sldMkLst>
        <pc:spChg chg="mod">
          <ac:chgData name="Eivind Næssan Gaarder" userId="6415d319-a970-49a7-bd19-0d2b24c7e91e" providerId="ADAL" clId="{2293BBCC-66D9-4E72-8753-79A874D3F967}" dt="2026-04-09T09:07:30.987" v="674" actId="20577"/>
          <ac:spMkLst>
            <pc:docMk/>
            <pc:sldMk cId="3531873566" sldId="269"/>
            <ac:spMk id="2" creationId="{B6E85312-E3CB-0A18-F074-B4CFF12F0CD8}"/>
          </ac:spMkLst>
        </pc:spChg>
        <pc:spChg chg="mod">
          <ac:chgData name="Eivind Næssan Gaarder" userId="6415d319-a970-49a7-bd19-0d2b24c7e91e" providerId="ADAL" clId="{2293BBCC-66D9-4E72-8753-79A874D3F967}" dt="2026-04-12T15:09:56.076" v="3430" actId="20577"/>
          <ac:spMkLst>
            <pc:docMk/>
            <pc:sldMk cId="3531873566" sldId="269"/>
            <ac:spMk id="3" creationId="{18E05EB3-0177-2406-3EA0-174DA1BD251C}"/>
          </ac:spMkLst>
        </pc:spChg>
        <pc:picChg chg="add mod">
          <ac:chgData name="Eivind Næssan Gaarder" userId="6415d319-a970-49a7-bd19-0d2b24c7e91e" providerId="ADAL" clId="{2293BBCC-66D9-4E72-8753-79A874D3F967}" dt="2026-04-09T10:10:31.749" v="1976" actId="1076"/>
          <ac:picMkLst>
            <pc:docMk/>
            <pc:sldMk cId="3531873566" sldId="269"/>
            <ac:picMk id="4" creationId="{C6B69788-EE99-0242-799A-1836169CF826}"/>
          </ac:picMkLst>
        </pc:picChg>
      </pc:sldChg>
      <pc:sldChg chg="addSp delSp modSp new mod">
        <pc:chgData name="Eivind Næssan Gaarder" userId="6415d319-a970-49a7-bd19-0d2b24c7e91e" providerId="ADAL" clId="{2293BBCC-66D9-4E72-8753-79A874D3F967}" dt="2026-04-12T15:12:35.100" v="3435" actId="1076"/>
        <pc:sldMkLst>
          <pc:docMk/>
          <pc:sldMk cId="1017862227" sldId="271"/>
        </pc:sldMkLst>
        <pc:spChg chg="mod">
          <ac:chgData name="Eivind Næssan Gaarder" userId="6415d319-a970-49a7-bd19-0d2b24c7e91e" providerId="ADAL" clId="{2293BBCC-66D9-4E72-8753-79A874D3F967}" dt="2026-04-09T09:03:24.633" v="587" actId="20577"/>
          <ac:spMkLst>
            <pc:docMk/>
            <pc:sldMk cId="1017862227" sldId="271"/>
            <ac:spMk id="2" creationId="{056C8274-29FB-5193-2C2F-6CA3C616F1A7}"/>
          </ac:spMkLst>
        </pc:spChg>
        <pc:picChg chg="add mod">
          <ac:chgData name="Eivind Næssan Gaarder" userId="6415d319-a970-49a7-bd19-0d2b24c7e91e" providerId="ADAL" clId="{2293BBCC-66D9-4E72-8753-79A874D3F967}" dt="2026-04-12T15:12:33.221" v="3434" actId="1076"/>
          <ac:picMkLst>
            <pc:docMk/>
            <pc:sldMk cId="1017862227" sldId="271"/>
            <ac:picMk id="4" creationId="{BD17155B-31CB-2F55-3E80-BBBFDE2CD135}"/>
          </ac:picMkLst>
        </pc:picChg>
        <pc:picChg chg="add mod">
          <ac:chgData name="Eivind Næssan Gaarder" userId="6415d319-a970-49a7-bd19-0d2b24c7e91e" providerId="ADAL" clId="{2293BBCC-66D9-4E72-8753-79A874D3F967}" dt="2026-04-12T15:12:35.100" v="3435" actId="1076"/>
          <ac:picMkLst>
            <pc:docMk/>
            <pc:sldMk cId="1017862227" sldId="271"/>
            <ac:picMk id="8" creationId="{4D31B66A-1F98-F78F-C67A-71280193826D}"/>
          </ac:picMkLst>
        </pc:picChg>
      </pc:sldChg>
      <pc:sldChg chg="addSp modSp new mod">
        <pc:chgData name="Eivind Næssan Gaarder" userId="6415d319-a970-49a7-bd19-0d2b24c7e91e" providerId="ADAL" clId="{2293BBCC-66D9-4E72-8753-79A874D3F967}" dt="2026-04-09T10:21:47.447" v="2285" actId="20577"/>
        <pc:sldMkLst>
          <pc:docMk/>
          <pc:sldMk cId="3368939035" sldId="272"/>
        </pc:sldMkLst>
        <pc:spChg chg="mod">
          <ac:chgData name="Eivind Næssan Gaarder" userId="6415d319-a970-49a7-bd19-0d2b24c7e91e" providerId="ADAL" clId="{2293BBCC-66D9-4E72-8753-79A874D3F967}" dt="2026-04-09T09:07:52.730" v="697" actId="20577"/>
          <ac:spMkLst>
            <pc:docMk/>
            <pc:sldMk cId="3368939035" sldId="272"/>
            <ac:spMk id="2" creationId="{016273A3-49F9-4CF2-1554-CCD3B39299DF}"/>
          </ac:spMkLst>
        </pc:spChg>
        <pc:spChg chg="mod">
          <ac:chgData name="Eivind Næssan Gaarder" userId="6415d319-a970-49a7-bd19-0d2b24c7e91e" providerId="ADAL" clId="{2293BBCC-66D9-4E72-8753-79A874D3F967}" dt="2026-04-09T10:21:47.447" v="2285" actId="20577"/>
          <ac:spMkLst>
            <pc:docMk/>
            <pc:sldMk cId="3368939035" sldId="272"/>
            <ac:spMk id="3" creationId="{318B69CB-E09E-4BD7-C3FF-A1629C71309B}"/>
          </ac:spMkLst>
        </pc:spChg>
        <pc:picChg chg="add mod">
          <ac:chgData name="Eivind Næssan Gaarder" userId="6415d319-a970-49a7-bd19-0d2b24c7e91e" providerId="ADAL" clId="{2293BBCC-66D9-4E72-8753-79A874D3F967}" dt="2026-04-09T09:08:01.072" v="701" actId="1076"/>
          <ac:picMkLst>
            <pc:docMk/>
            <pc:sldMk cId="3368939035" sldId="272"/>
            <ac:picMk id="4" creationId="{527A7209-DA6D-66E2-D38E-F2D358C79E39}"/>
          </ac:picMkLst>
        </pc:picChg>
      </pc:sldChg>
      <pc:sldChg chg="addSp delSp modSp new mod">
        <pc:chgData name="Eivind Næssan Gaarder" userId="6415d319-a970-49a7-bd19-0d2b24c7e91e" providerId="ADAL" clId="{2293BBCC-66D9-4E72-8753-79A874D3F967}" dt="2026-04-09T09:09:39.360" v="731" actId="1076"/>
        <pc:sldMkLst>
          <pc:docMk/>
          <pc:sldMk cId="985480121" sldId="273"/>
        </pc:sldMkLst>
        <pc:spChg chg="mod">
          <ac:chgData name="Eivind Næssan Gaarder" userId="6415d319-a970-49a7-bd19-0d2b24c7e91e" providerId="ADAL" clId="{2293BBCC-66D9-4E72-8753-79A874D3F967}" dt="2026-04-09T09:09:32.542" v="729" actId="20577"/>
          <ac:spMkLst>
            <pc:docMk/>
            <pc:sldMk cId="985480121" sldId="273"/>
            <ac:spMk id="2" creationId="{504C045D-781E-70AB-E807-EA9F45000286}"/>
          </ac:spMkLst>
        </pc:spChg>
        <pc:picChg chg="add mod">
          <ac:chgData name="Eivind Næssan Gaarder" userId="6415d319-a970-49a7-bd19-0d2b24c7e91e" providerId="ADAL" clId="{2293BBCC-66D9-4E72-8753-79A874D3F967}" dt="2026-04-09T09:09:39.360" v="731" actId="1076"/>
          <ac:picMkLst>
            <pc:docMk/>
            <pc:sldMk cId="985480121" sldId="273"/>
            <ac:picMk id="4" creationId="{DC4B9D10-CCFF-5CD2-2DF0-7E8DC36E34A8}"/>
          </ac:picMkLst>
        </pc:picChg>
      </pc:sldChg>
      <pc:sldChg chg="addSp modSp new mod">
        <pc:chgData name="Eivind Næssan Gaarder" userId="6415d319-a970-49a7-bd19-0d2b24c7e91e" providerId="ADAL" clId="{2293BBCC-66D9-4E72-8753-79A874D3F967}" dt="2026-04-12T15:14:27.339" v="3467" actId="20577"/>
        <pc:sldMkLst>
          <pc:docMk/>
          <pc:sldMk cId="2131449659" sldId="274"/>
        </pc:sldMkLst>
        <pc:spChg chg="mod">
          <ac:chgData name="Eivind Næssan Gaarder" userId="6415d319-a970-49a7-bd19-0d2b24c7e91e" providerId="ADAL" clId="{2293BBCC-66D9-4E72-8753-79A874D3F967}" dt="2026-04-09T09:17:44.702" v="833" actId="20577"/>
          <ac:spMkLst>
            <pc:docMk/>
            <pc:sldMk cId="2131449659" sldId="274"/>
            <ac:spMk id="2" creationId="{BF6AC2ED-502E-E5EA-75D8-A98368006832}"/>
          </ac:spMkLst>
        </pc:spChg>
        <pc:spChg chg="mod">
          <ac:chgData name="Eivind Næssan Gaarder" userId="6415d319-a970-49a7-bd19-0d2b24c7e91e" providerId="ADAL" clId="{2293BBCC-66D9-4E72-8753-79A874D3F967}" dt="2026-04-12T15:14:27.339" v="3467" actId="20577"/>
          <ac:spMkLst>
            <pc:docMk/>
            <pc:sldMk cId="2131449659" sldId="274"/>
            <ac:spMk id="3" creationId="{79AFF7D4-8CE1-9877-A806-80CA978F1717}"/>
          </ac:spMkLst>
        </pc:spChg>
        <pc:picChg chg="add mod">
          <ac:chgData name="Eivind Næssan Gaarder" userId="6415d319-a970-49a7-bd19-0d2b24c7e91e" providerId="ADAL" clId="{2293BBCC-66D9-4E72-8753-79A874D3F967}" dt="2026-04-09T09:56:49.908" v="1763" actId="1076"/>
          <ac:picMkLst>
            <pc:docMk/>
            <pc:sldMk cId="2131449659" sldId="274"/>
            <ac:picMk id="4" creationId="{41924E78-46F5-F2A9-D531-771A3004C047}"/>
          </ac:picMkLst>
        </pc:picChg>
      </pc:sldChg>
      <pc:sldChg chg="addSp delSp modSp new mod">
        <pc:chgData name="Eivind Næssan Gaarder" userId="6415d319-a970-49a7-bd19-0d2b24c7e91e" providerId="ADAL" clId="{2293BBCC-66D9-4E72-8753-79A874D3F967}" dt="2026-04-09T09:59:48.208" v="1806" actId="1076"/>
        <pc:sldMkLst>
          <pc:docMk/>
          <pc:sldMk cId="2785657052" sldId="275"/>
        </pc:sldMkLst>
        <pc:spChg chg="mod">
          <ac:chgData name="Eivind Næssan Gaarder" userId="6415d319-a970-49a7-bd19-0d2b24c7e91e" providerId="ADAL" clId="{2293BBCC-66D9-4E72-8753-79A874D3F967}" dt="2026-04-09T09:18:34.630" v="850" actId="20577"/>
          <ac:spMkLst>
            <pc:docMk/>
            <pc:sldMk cId="2785657052" sldId="275"/>
            <ac:spMk id="2" creationId="{97CC240C-ED3C-EEB5-28BC-2E6FF3CEC84E}"/>
          </ac:spMkLst>
        </pc:spChg>
        <pc:spChg chg="add mod">
          <ac:chgData name="Eivind Næssan Gaarder" userId="6415d319-a970-49a7-bd19-0d2b24c7e91e" providerId="ADAL" clId="{2293BBCC-66D9-4E72-8753-79A874D3F967}" dt="2026-04-09T09:59:43.779" v="1804" actId="1076"/>
          <ac:spMkLst>
            <pc:docMk/>
            <pc:sldMk cId="2785657052" sldId="275"/>
            <ac:spMk id="10" creationId="{8AC6C29B-F9F2-C3EC-E1E8-CD4C3F1C7839}"/>
          </ac:spMkLst>
        </pc:spChg>
        <pc:picChg chg="add mod">
          <ac:chgData name="Eivind Næssan Gaarder" userId="6415d319-a970-49a7-bd19-0d2b24c7e91e" providerId="ADAL" clId="{2293BBCC-66D9-4E72-8753-79A874D3F967}" dt="2026-04-09T09:59:48.208" v="1806" actId="1076"/>
          <ac:picMkLst>
            <pc:docMk/>
            <pc:sldMk cId="2785657052" sldId="275"/>
            <ac:picMk id="9" creationId="{9C7A4213-6F07-7DBE-017B-5765798D103F}"/>
          </ac:picMkLst>
        </pc:picChg>
      </pc:sldChg>
      <pc:sldChg chg="addSp delSp modSp new mod setBg">
        <pc:chgData name="Eivind Næssan Gaarder" userId="6415d319-a970-49a7-bd19-0d2b24c7e91e" providerId="ADAL" clId="{2293BBCC-66D9-4E72-8753-79A874D3F967}" dt="2026-04-09T10:00:53.877" v="1812" actId="26606"/>
        <pc:sldMkLst>
          <pc:docMk/>
          <pc:sldMk cId="2029676349" sldId="276"/>
        </pc:sldMkLst>
        <pc:spChg chg="mod">
          <ac:chgData name="Eivind Næssan Gaarder" userId="6415d319-a970-49a7-bd19-0d2b24c7e91e" providerId="ADAL" clId="{2293BBCC-66D9-4E72-8753-79A874D3F967}" dt="2026-04-09T10:00:53.877" v="1812" actId="26606"/>
          <ac:spMkLst>
            <pc:docMk/>
            <pc:sldMk cId="2029676349" sldId="276"/>
            <ac:spMk id="2" creationId="{7DEC7512-D228-7827-51B8-3E58F8C36519}"/>
          </ac:spMkLst>
        </pc:spChg>
        <pc:spChg chg="add">
          <ac:chgData name="Eivind Næssan Gaarder" userId="6415d319-a970-49a7-bd19-0d2b24c7e91e" providerId="ADAL" clId="{2293BBCC-66D9-4E72-8753-79A874D3F967}" dt="2026-04-09T10:00:53.877" v="1812" actId="26606"/>
          <ac:spMkLst>
            <pc:docMk/>
            <pc:sldMk cId="2029676349" sldId="276"/>
            <ac:spMk id="9" creationId="{D4771268-CB57-404A-9271-370EB28F6090}"/>
          </ac:spMkLst>
        </pc:spChg>
        <pc:picChg chg="add mod">
          <ac:chgData name="Eivind Næssan Gaarder" userId="6415d319-a970-49a7-bd19-0d2b24c7e91e" providerId="ADAL" clId="{2293BBCC-66D9-4E72-8753-79A874D3F967}" dt="2026-04-09T10:00:53.877" v="1812" actId="26606"/>
          <ac:picMkLst>
            <pc:docMk/>
            <pc:sldMk cId="2029676349" sldId="276"/>
            <ac:picMk id="4" creationId="{C5C19758-DD49-B3B4-4508-D782C26C4670}"/>
          </ac:picMkLst>
        </pc:picChg>
      </pc:sldChg>
      <pc:sldChg chg="addSp delSp modSp new del mod">
        <pc:chgData name="Eivind Næssan Gaarder" userId="6415d319-a970-49a7-bd19-0d2b24c7e91e" providerId="ADAL" clId="{2293BBCC-66D9-4E72-8753-79A874D3F967}" dt="2026-04-12T14:23:56.951" v="3409" actId="47"/>
        <pc:sldMkLst>
          <pc:docMk/>
          <pc:sldMk cId="3313807995" sldId="277"/>
        </pc:sldMkLst>
      </pc:sldChg>
      <pc:sldChg chg="addSp delSp modSp mod setBg">
        <pc:chgData name="Eivind Næssan Gaarder" userId="6415d319-a970-49a7-bd19-0d2b24c7e91e" providerId="ADAL" clId="{2293BBCC-66D9-4E72-8753-79A874D3F967}" dt="2026-04-12T14:25:24.075" v="3416" actId="14100"/>
        <pc:sldMkLst>
          <pc:docMk/>
          <pc:sldMk cId="3056550172" sldId="278"/>
        </pc:sldMkLst>
        <pc:spChg chg="mod">
          <ac:chgData name="Eivind Næssan Gaarder" userId="6415d319-a970-49a7-bd19-0d2b24c7e91e" providerId="ADAL" clId="{2293BBCC-66D9-4E72-8753-79A874D3F967}" dt="2026-04-09T10:00:50.636" v="1811" actId="26606"/>
          <ac:spMkLst>
            <pc:docMk/>
            <pc:sldMk cId="3056550172" sldId="278"/>
            <ac:spMk id="2" creationId="{6FD7B0E8-1445-299F-1C2F-B1F4EA2839C3}"/>
          </ac:spMkLst>
        </pc:spChg>
        <pc:spChg chg="add">
          <ac:chgData name="Eivind Næssan Gaarder" userId="6415d319-a970-49a7-bd19-0d2b24c7e91e" providerId="ADAL" clId="{2293BBCC-66D9-4E72-8753-79A874D3F967}" dt="2026-04-09T10:00:50.636" v="1811" actId="26606"/>
          <ac:spMkLst>
            <pc:docMk/>
            <pc:sldMk cId="3056550172" sldId="278"/>
            <ac:spMk id="9" creationId="{D4771268-CB57-404A-9271-370EB28F6090}"/>
          </ac:spMkLst>
        </pc:spChg>
        <pc:picChg chg="add del mod">
          <ac:chgData name="Eivind Næssan Gaarder" userId="6415d319-a970-49a7-bd19-0d2b24c7e91e" providerId="ADAL" clId="{2293BBCC-66D9-4E72-8753-79A874D3F967}" dt="2026-04-12T14:24:56.120" v="3410" actId="478"/>
          <ac:picMkLst>
            <pc:docMk/>
            <pc:sldMk cId="3056550172" sldId="278"/>
            <ac:picMk id="4" creationId="{50B305B1-2006-F1EB-B6F5-889474165014}"/>
          </ac:picMkLst>
        </pc:picChg>
        <pc:picChg chg="add mod">
          <ac:chgData name="Eivind Næssan Gaarder" userId="6415d319-a970-49a7-bd19-0d2b24c7e91e" providerId="ADAL" clId="{2293BBCC-66D9-4E72-8753-79A874D3F967}" dt="2026-04-12T14:25:24.075" v="3416" actId="14100"/>
          <ac:picMkLst>
            <pc:docMk/>
            <pc:sldMk cId="3056550172" sldId="278"/>
            <ac:picMk id="6" creationId="{AE3316A5-80F0-6D5D-3676-0CE3158B6328}"/>
          </ac:picMkLst>
        </pc:picChg>
      </pc:sldChg>
      <pc:sldChg chg="addSp delSp modSp del mod setBg modNotesTx">
        <pc:chgData name="Eivind Næssan Gaarder" userId="6415d319-a970-49a7-bd19-0d2b24c7e91e" providerId="ADAL" clId="{2293BBCC-66D9-4E72-8753-79A874D3F967}" dt="2026-04-12T14:23:53.757" v="3408" actId="47"/>
        <pc:sldMkLst>
          <pc:docMk/>
          <pc:sldMk cId="2218005316" sldId="279"/>
        </pc:sldMkLst>
      </pc:sldChg>
      <pc:sldChg chg="addSp delSp modSp new mod">
        <pc:chgData name="Eivind Næssan Gaarder" userId="6415d319-a970-49a7-bd19-0d2b24c7e91e" providerId="ADAL" clId="{2293BBCC-66D9-4E72-8753-79A874D3F967}" dt="2026-04-12T14:23:49.295" v="3407" actId="22"/>
        <pc:sldMkLst>
          <pc:docMk/>
          <pc:sldMk cId="994796925" sldId="280"/>
        </pc:sldMkLst>
        <pc:spChg chg="mod">
          <ac:chgData name="Eivind Næssan Gaarder" userId="6415d319-a970-49a7-bd19-0d2b24c7e91e" providerId="ADAL" clId="{2293BBCC-66D9-4E72-8753-79A874D3F967}" dt="2026-04-09T09:19:15.687" v="880" actId="20577"/>
          <ac:spMkLst>
            <pc:docMk/>
            <pc:sldMk cId="994796925" sldId="280"/>
            <ac:spMk id="2" creationId="{C9F486DE-A80C-7B6B-E170-A253B7C18916}"/>
          </ac:spMkLst>
        </pc:spChg>
        <pc:picChg chg="add del mod">
          <ac:chgData name="Eivind Næssan Gaarder" userId="6415d319-a970-49a7-bd19-0d2b24c7e91e" providerId="ADAL" clId="{2293BBCC-66D9-4E72-8753-79A874D3F967}" dt="2026-04-12T14:23:48.743" v="3406" actId="478"/>
          <ac:picMkLst>
            <pc:docMk/>
            <pc:sldMk cId="994796925" sldId="280"/>
            <ac:picMk id="8" creationId="{DF62046D-FA48-461B-F99E-A66E98920AC3}"/>
          </ac:picMkLst>
        </pc:picChg>
        <pc:picChg chg="add">
          <ac:chgData name="Eivind Næssan Gaarder" userId="6415d319-a970-49a7-bd19-0d2b24c7e91e" providerId="ADAL" clId="{2293BBCC-66D9-4E72-8753-79A874D3F967}" dt="2026-04-12T14:23:49.295" v="3407" actId="22"/>
          <ac:picMkLst>
            <pc:docMk/>
            <pc:sldMk cId="994796925" sldId="280"/>
            <ac:picMk id="12" creationId="{70864813-5BC0-57C6-7AC4-CD1A41A84FB6}"/>
          </ac:picMkLst>
        </pc:picChg>
      </pc:sldChg>
      <pc:sldChg chg="modSp new mod">
        <pc:chgData name="Eivind Næssan Gaarder" userId="6415d319-a970-49a7-bd19-0d2b24c7e91e" providerId="ADAL" clId="{2293BBCC-66D9-4E72-8753-79A874D3F967}" dt="2026-04-09T12:05:04.499" v="3144" actId="20577"/>
        <pc:sldMkLst>
          <pc:docMk/>
          <pc:sldMk cId="1124416547" sldId="281"/>
        </pc:sldMkLst>
        <pc:spChg chg="mod">
          <ac:chgData name="Eivind Næssan Gaarder" userId="6415d319-a970-49a7-bd19-0d2b24c7e91e" providerId="ADAL" clId="{2293BBCC-66D9-4E72-8753-79A874D3F967}" dt="2026-04-09T09:20:02.101" v="902" actId="20577"/>
          <ac:spMkLst>
            <pc:docMk/>
            <pc:sldMk cId="1124416547" sldId="281"/>
            <ac:spMk id="2" creationId="{1337BD92-5AA5-9237-9C24-C966B0AE6DE0}"/>
          </ac:spMkLst>
        </pc:spChg>
        <pc:spChg chg="mod">
          <ac:chgData name="Eivind Næssan Gaarder" userId="6415d319-a970-49a7-bd19-0d2b24c7e91e" providerId="ADAL" clId="{2293BBCC-66D9-4E72-8753-79A874D3F967}" dt="2026-04-09T12:05:04.499" v="3144" actId="20577"/>
          <ac:spMkLst>
            <pc:docMk/>
            <pc:sldMk cId="1124416547" sldId="281"/>
            <ac:spMk id="3" creationId="{FCA03E49-93CD-CA72-E38F-76DCC0F78564}"/>
          </ac:spMkLst>
        </pc:spChg>
      </pc:sldChg>
      <pc:sldChg chg="addSp delSp modSp new mod setBg modNotesTx">
        <pc:chgData name="Eivind Næssan Gaarder" userId="6415d319-a970-49a7-bd19-0d2b24c7e91e" providerId="ADAL" clId="{2293BBCC-66D9-4E72-8753-79A874D3F967}" dt="2026-04-12T14:18:06.093" v="3403" actId="21"/>
        <pc:sldMkLst>
          <pc:docMk/>
          <pc:sldMk cId="3679022879" sldId="282"/>
        </pc:sldMkLst>
        <pc:spChg chg="mod">
          <ac:chgData name="Eivind Næssan Gaarder" userId="6415d319-a970-49a7-bd19-0d2b24c7e91e" providerId="ADAL" clId="{2293BBCC-66D9-4E72-8753-79A874D3F967}" dt="2026-04-09T09:50:08.555" v="1662" actId="20577"/>
          <ac:spMkLst>
            <pc:docMk/>
            <pc:sldMk cId="3679022879" sldId="282"/>
            <ac:spMk id="2" creationId="{D95B7B3E-337B-E2F4-41A7-433D2BAED481}"/>
          </ac:spMkLst>
        </pc:spChg>
        <pc:spChg chg="add del mod">
          <ac:chgData name="Eivind Næssan Gaarder" userId="6415d319-a970-49a7-bd19-0d2b24c7e91e" providerId="ADAL" clId="{2293BBCC-66D9-4E72-8753-79A874D3F967}" dt="2026-04-12T14:18:06.093" v="3403" actId="21"/>
          <ac:spMkLst>
            <pc:docMk/>
            <pc:sldMk cId="3679022879" sldId="282"/>
            <ac:spMk id="8" creationId="{9FE2DBCE-A830-69C4-BEEB-D1DB4FB53140}"/>
          </ac:spMkLst>
        </pc:spChg>
        <pc:spChg chg="add">
          <ac:chgData name="Eivind Næssan Gaarder" userId="6415d319-a970-49a7-bd19-0d2b24c7e91e" providerId="ADAL" clId="{2293BBCC-66D9-4E72-8753-79A874D3F967}" dt="2026-04-09T09:23:35.735" v="1033" actId="26606"/>
          <ac:spMkLst>
            <pc:docMk/>
            <pc:sldMk cId="3679022879" sldId="282"/>
            <ac:spMk id="10" creationId="{BCED4D40-4B67-4331-AC48-79B82B4A47D8}"/>
          </ac:spMkLst>
        </pc:spChg>
        <pc:spChg chg="add">
          <ac:chgData name="Eivind Næssan Gaarder" userId="6415d319-a970-49a7-bd19-0d2b24c7e91e" providerId="ADAL" clId="{2293BBCC-66D9-4E72-8753-79A874D3F967}" dt="2026-04-09T09:23:35.735" v="1033" actId="26606"/>
          <ac:spMkLst>
            <pc:docMk/>
            <pc:sldMk cId="3679022879" sldId="282"/>
            <ac:spMk id="12" creationId="{670CEDEF-4F34-412E-84EE-329C1E936AF5}"/>
          </ac:spMkLst>
        </pc:spChg>
        <pc:picChg chg="del">
          <ac:chgData name="Eivind Næssan Gaarder" userId="6415d319-a970-49a7-bd19-0d2b24c7e91e" providerId="ADAL" clId="{2293BBCC-66D9-4E72-8753-79A874D3F967}" dt="2026-04-12T13:54:16.581" v="3303" actId="478"/>
          <ac:picMkLst>
            <pc:docMk/>
            <pc:sldMk cId="3679022879" sldId="282"/>
            <ac:picMk id="4" creationId="{CABC2C0F-B65D-B2C7-19EA-5B7EE968C40C}"/>
          </ac:picMkLst>
        </pc:picChg>
        <pc:picChg chg="add">
          <ac:chgData name="Eivind Næssan Gaarder" userId="6415d319-a970-49a7-bd19-0d2b24c7e91e" providerId="ADAL" clId="{2293BBCC-66D9-4E72-8753-79A874D3F967}" dt="2026-04-12T13:54:17.286" v="3304" actId="22"/>
          <ac:picMkLst>
            <pc:docMk/>
            <pc:sldMk cId="3679022879" sldId="282"/>
            <ac:picMk id="7" creationId="{155F64F0-CC68-FA05-15A6-BA3082AA27EB}"/>
          </ac:picMkLst>
        </pc:picChg>
      </pc:sldChg>
      <pc:sldChg chg="addSp delSp modSp new del mod">
        <pc:chgData name="Eivind Næssan Gaarder" userId="6415d319-a970-49a7-bd19-0d2b24c7e91e" providerId="ADAL" clId="{2293BBCC-66D9-4E72-8753-79A874D3F967}" dt="2026-04-12T14:06:13.219" v="3305" actId="47"/>
        <pc:sldMkLst>
          <pc:docMk/>
          <pc:sldMk cId="784939252" sldId="283"/>
        </pc:sldMkLst>
      </pc:sldChg>
      <pc:sldChg chg="modSp new mod">
        <pc:chgData name="Eivind Næssan Gaarder" userId="6415d319-a970-49a7-bd19-0d2b24c7e91e" providerId="ADAL" clId="{2293BBCC-66D9-4E72-8753-79A874D3F967}" dt="2026-04-09T12:03:46.313" v="3141" actId="20577"/>
        <pc:sldMkLst>
          <pc:docMk/>
          <pc:sldMk cId="744848433" sldId="284"/>
        </pc:sldMkLst>
        <pc:spChg chg="mod">
          <ac:chgData name="Eivind Næssan Gaarder" userId="6415d319-a970-49a7-bd19-0d2b24c7e91e" providerId="ADAL" clId="{2293BBCC-66D9-4E72-8753-79A874D3F967}" dt="2026-04-09T09:24:03.735" v="1041" actId="20577"/>
          <ac:spMkLst>
            <pc:docMk/>
            <pc:sldMk cId="744848433" sldId="284"/>
            <ac:spMk id="2" creationId="{56D75397-582B-33A3-13CD-C37808D59467}"/>
          </ac:spMkLst>
        </pc:spChg>
        <pc:spChg chg="mod">
          <ac:chgData name="Eivind Næssan Gaarder" userId="6415d319-a970-49a7-bd19-0d2b24c7e91e" providerId="ADAL" clId="{2293BBCC-66D9-4E72-8753-79A874D3F967}" dt="2026-04-09T12:03:46.313" v="3141" actId="20577"/>
          <ac:spMkLst>
            <pc:docMk/>
            <pc:sldMk cId="744848433" sldId="284"/>
            <ac:spMk id="3" creationId="{B9338C1A-C5E7-17FB-EC2E-DC12D0855DBB}"/>
          </ac:spMkLst>
        </pc:spChg>
      </pc:sldChg>
      <pc:sldChg chg="modSp new mod">
        <pc:chgData name="Eivind Næssan Gaarder" userId="6415d319-a970-49a7-bd19-0d2b24c7e91e" providerId="ADAL" clId="{2293BBCC-66D9-4E72-8753-79A874D3F967}" dt="2026-04-09T09:34:21.413" v="1292" actId="14100"/>
        <pc:sldMkLst>
          <pc:docMk/>
          <pc:sldMk cId="3219116088" sldId="285"/>
        </pc:sldMkLst>
        <pc:spChg chg="mod">
          <ac:chgData name="Eivind Næssan Gaarder" userId="6415d319-a970-49a7-bd19-0d2b24c7e91e" providerId="ADAL" clId="{2293BBCC-66D9-4E72-8753-79A874D3F967}" dt="2026-04-09T09:25:19.968" v="1123" actId="20577"/>
          <ac:spMkLst>
            <pc:docMk/>
            <pc:sldMk cId="3219116088" sldId="285"/>
            <ac:spMk id="2" creationId="{074C6C72-2ED6-FA4E-37FB-EF839935936E}"/>
          </ac:spMkLst>
        </pc:spChg>
        <pc:spChg chg="mod">
          <ac:chgData name="Eivind Næssan Gaarder" userId="6415d319-a970-49a7-bd19-0d2b24c7e91e" providerId="ADAL" clId="{2293BBCC-66D9-4E72-8753-79A874D3F967}" dt="2026-04-09T09:27:32.776" v="1175" actId="20577"/>
          <ac:spMkLst>
            <pc:docMk/>
            <pc:sldMk cId="3219116088" sldId="285"/>
            <ac:spMk id="3" creationId="{E7CF683C-FE90-3FCA-50FC-2193A4642332}"/>
          </ac:spMkLst>
        </pc:spChg>
        <pc:picChg chg="mod">
          <ac:chgData name="Eivind Næssan Gaarder" userId="6415d319-a970-49a7-bd19-0d2b24c7e91e" providerId="ADAL" clId="{2293BBCC-66D9-4E72-8753-79A874D3F967}" dt="2026-04-09T09:34:21.413" v="1292" actId="14100"/>
          <ac:picMkLst>
            <pc:docMk/>
            <pc:sldMk cId="3219116088" sldId="285"/>
            <ac:picMk id="5" creationId="{4A678B4E-930B-A230-06F1-284D49135EBB}"/>
          </ac:picMkLst>
        </pc:picChg>
      </pc:sldChg>
      <pc:sldChg chg="addSp delSp modSp mod">
        <pc:chgData name="Eivind Næssan Gaarder" userId="6415d319-a970-49a7-bd19-0d2b24c7e91e" providerId="ADAL" clId="{2293BBCC-66D9-4E72-8753-79A874D3F967}" dt="2026-04-09T09:29:07.460" v="1241" actId="26606"/>
        <pc:sldMkLst>
          <pc:docMk/>
          <pc:sldMk cId="2379503230" sldId="286"/>
        </pc:sldMkLst>
        <pc:spChg chg="mod ord">
          <ac:chgData name="Eivind Næssan Gaarder" userId="6415d319-a970-49a7-bd19-0d2b24c7e91e" providerId="ADAL" clId="{2293BBCC-66D9-4E72-8753-79A874D3F967}" dt="2026-04-09T09:29:07.460" v="1241" actId="26606"/>
          <ac:spMkLst>
            <pc:docMk/>
            <pc:sldMk cId="2379503230" sldId="286"/>
            <ac:spMk id="2" creationId="{8DFC14C1-4F4E-8F60-B2A7-5B0AFC9FFEE9}"/>
          </ac:spMkLst>
        </pc:spChg>
        <pc:spChg chg="add">
          <ac:chgData name="Eivind Næssan Gaarder" userId="6415d319-a970-49a7-bd19-0d2b24c7e91e" providerId="ADAL" clId="{2293BBCC-66D9-4E72-8753-79A874D3F967}" dt="2026-04-09T09:29:07.460" v="1241" actId="26606"/>
          <ac:spMkLst>
            <pc:docMk/>
            <pc:sldMk cId="2379503230" sldId="286"/>
            <ac:spMk id="2065" creationId="{37C89E4B-3C9F-44B9-8B86-D9E3D112D8EC}"/>
          </ac:spMkLst>
        </pc:spChg>
        <pc:picChg chg="mod">
          <ac:chgData name="Eivind Næssan Gaarder" userId="6415d319-a970-49a7-bd19-0d2b24c7e91e" providerId="ADAL" clId="{2293BBCC-66D9-4E72-8753-79A874D3F967}" dt="2026-04-09T09:29:07.460" v="1241" actId="26606"/>
          <ac:picMkLst>
            <pc:docMk/>
            <pc:sldMk cId="2379503230" sldId="286"/>
            <ac:picMk id="2052" creationId="{245DEF96-E310-9C6A-1037-4AC54E5219C8}"/>
          </ac:picMkLst>
        </pc:picChg>
        <pc:cxnChg chg="add">
          <ac:chgData name="Eivind Næssan Gaarder" userId="6415d319-a970-49a7-bd19-0d2b24c7e91e" providerId="ADAL" clId="{2293BBCC-66D9-4E72-8753-79A874D3F967}" dt="2026-04-09T09:29:07.460" v="1241" actId="26606"/>
          <ac:cxnSpMkLst>
            <pc:docMk/>
            <pc:sldMk cId="2379503230" sldId="286"/>
            <ac:cxnSpMk id="2067" creationId="{AA2EAA10-076F-46BD-8F0F-B9A2FB77A85C}"/>
          </ac:cxnSpMkLst>
        </pc:cxnChg>
        <pc:cxnChg chg="add">
          <ac:chgData name="Eivind Næssan Gaarder" userId="6415d319-a970-49a7-bd19-0d2b24c7e91e" providerId="ADAL" clId="{2293BBCC-66D9-4E72-8753-79A874D3F967}" dt="2026-04-09T09:29:07.460" v="1241" actId="26606"/>
          <ac:cxnSpMkLst>
            <pc:docMk/>
            <pc:sldMk cId="2379503230" sldId="286"/>
            <ac:cxnSpMk id="2069" creationId="{D891E407-403B-4764-86C9-33A56D3BCAA3}"/>
          </ac:cxnSpMkLst>
        </pc:cxnChg>
      </pc:sldChg>
      <pc:sldChg chg="modSp new del mod">
        <pc:chgData name="Eivind Næssan Gaarder" userId="6415d319-a970-49a7-bd19-0d2b24c7e91e" providerId="ADAL" clId="{2293BBCC-66D9-4E72-8753-79A874D3F967}" dt="2026-04-12T14:43:55.655" v="3417" actId="47"/>
        <pc:sldMkLst>
          <pc:docMk/>
          <pc:sldMk cId="1705080047" sldId="287"/>
        </pc:sldMkLst>
      </pc:sldChg>
      <pc:sldChg chg="addSp modSp new mod">
        <pc:chgData name="Eivind Næssan Gaarder" userId="6415d319-a970-49a7-bd19-0d2b24c7e91e" providerId="ADAL" clId="{2293BBCC-66D9-4E72-8753-79A874D3F967}" dt="2026-04-12T14:18:15.157" v="3405" actId="1076"/>
        <pc:sldMkLst>
          <pc:docMk/>
          <pc:sldMk cId="1507480282" sldId="288"/>
        </pc:sldMkLst>
        <pc:spChg chg="add mod">
          <ac:chgData name="Eivind Næssan Gaarder" userId="6415d319-a970-49a7-bd19-0d2b24c7e91e" providerId="ADAL" clId="{2293BBCC-66D9-4E72-8753-79A874D3F967}" dt="2026-04-12T14:18:15.157" v="3405" actId="1076"/>
          <ac:spMkLst>
            <pc:docMk/>
            <pc:sldMk cId="1507480282" sldId="288"/>
            <ac:spMk id="8" creationId="{9FE2DBCE-A830-69C4-BEEB-D1DB4FB53140}"/>
          </ac:spMkLst>
        </pc:spChg>
        <pc:spChg chg="mod">
          <ac:chgData name="Eivind Næssan Gaarder" userId="6415d319-a970-49a7-bd19-0d2b24c7e91e" providerId="ADAL" clId="{2293BBCC-66D9-4E72-8753-79A874D3F967}" dt="2026-04-12T14:07:27.667" v="3359" actId="20577"/>
          <ac:spMkLst>
            <pc:docMk/>
            <pc:sldMk cId="1507480282" sldId="288"/>
            <ac:spMk id="21" creationId="{2AB3B1CE-1D2B-8B20-09E0-659A9F1F50ED}"/>
          </ac:spMkLst>
        </pc:spChg>
        <pc:graphicFrameChg chg="add mod">
          <ac:chgData name="Eivind Næssan Gaarder" userId="6415d319-a970-49a7-bd19-0d2b24c7e91e" providerId="ADAL" clId="{2293BBCC-66D9-4E72-8753-79A874D3F967}" dt="2026-04-12T11:55:32.204" v="3192"/>
          <ac:graphicFrameMkLst>
            <pc:docMk/>
            <pc:sldMk cId="1507480282" sldId="288"/>
            <ac:graphicFrameMk id="4" creationId="{E27D2A45-7737-ECAA-AC66-BF08104461D0}"/>
          </ac:graphicFrameMkLst>
        </pc:graphicFrameChg>
      </pc:sldChg>
      <pc:sldChg chg="modSp mod">
        <pc:chgData name="Eivind Næssan Gaarder" userId="6415d319-a970-49a7-bd19-0d2b24c7e91e" providerId="ADAL" clId="{2293BBCC-66D9-4E72-8753-79A874D3F967}" dt="2026-04-12T13:40:02.707" v="3302" actId="20577"/>
        <pc:sldMkLst>
          <pc:docMk/>
          <pc:sldMk cId="155252037" sldId="291"/>
        </pc:sldMkLst>
        <pc:spChg chg="mod">
          <ac:chgData name="Eivind Næssan Gaarder" userId="6415d319-a970-49a7-bd19-0d2b24c7e91e" providerId="ADAL" clId="{2293BBCC-66D9-4E72-8753-79A874D3F967}" dt="2026-04-12T13:40:02.707" v="3302" actId="20577"/>
          <ac:spMkLst>
            <pc:docMk/>
            <pc:sldMk cId="155252037" sldId="291"/>
            <ac:spMk id="3" creationId="{4298DC8E-95BE-D751-E11C-4211547EBCB7}"/>
          </ac:spMkLst>
        </pc:spChg>
      </pc:sldChg>
      <pc:sldChg chg="modSp new del mod">
        <pc:chgData name="Eivind Næssan Gaarder" userId="6415d319-a970-49a7-bd19-0d2b24c7e91e" providerId="ADAL" clId="{2293BBCC-66D9-4E72-8753-79A874D3F967}" dt="2026-04-12T15:30:50.550" v="3468" actId="47"/>
        <pc:sldMkLst>
          <pc:docMk/>
          <pc:sldMk cId="4040675279" sldId="292"/>
        </pc:sldMkLst>
        <pc:spChg chg="mod">
          <ac:chgData name="Eivind Næssan Gaarder" userId="6415d319-a970-49a7-bd19-0d2b24c7e91e" providerId="ADAL" clId="{2293BBCC-66D9-4E72-8753-79A874D3F967}" dt="2026-04-12T14:53:36.774" v="3427"/>
          <ac:spMkLst>
            <pc:docMk/>
            <pc:sldMk cId="4040675279" sldId="292"/>
            <ac:spMk id="3" creationId="{5544DBC9-D92F-8C69-1EED-17EE913DD84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9BA64C-F9A3-42EB-A200-EF13CE093F27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FEF38-1F9D-4EF1-8420-611C7B1138C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32283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Med </a:t>
            </a:r>
            <a:r>
              <a:rPr lang="nb-NO" err="1"/>
              <a:t>impedance</a:t>
            </a:r>
            <a:r>
              <a:rPr lang="nb-NO"/>
              <a:t> </a:t>
            </a:r>
            <a:r>
              <a:rPr lang="nb-NO" err="1"/>
              <a:t>bridging</a:t>
            </a:r>
            <a:r>
              <a:rPr lang="nb-NO"/>
              <a:t> unngår vi signaltap grunnet faseuenighet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EF38-1F9D-4EF1-8420-611C7B1138CC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19281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Lar signaler fluktuere rundt denne spenningen (1V) så vi ikke mister signal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EF38-1F9D-4EF1-8420-611C7B1138CC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27779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EF38-1F9D-4EF1-8420-611C7B1138CC}" type="slidenum">
              <a:rPr lang="nb-NO" smtClean="0"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79183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Vi må bytte </a:t>
            </a:r>
            <a:r>
              <a:rPr lang="nb-NO" err="1"/>
              <a:t>resistor</a:t>
            </a:r>
            <a:r>
              <a:rPr lang="nb-NO"/>
              <a:t> i </a:t>
            </a:r>
            <a:r>
              <a:rPr lang="nb-NO" err="1"/>
              <a:t>amplifier</a:t>
            </a:r>
            <a:r>
              <a:rPr lang="nb-NO"/>
              <a:t> når vi bytter mellom dummy </a:t>
            </a:r>
            <a:r>
              <a:rPr lang="nb-NO" err="1"/>
              <a:t>mic</a:t>
            </a:r>
            <a:r>
              <a:rPr lang="nb-NO"/>
              <a:t> og </a:t>
            </a:r>
            <a:r>
              <a:rPr lang="nb-NO" err="1"/>
              <a:t>mic</a:t>
            </a:r>
            <a:r>
              <a:rPr lang="nb-NO"/>
              <a:t>.</a:t>
            </a:r>
          </a:p>
          <a:p>
            <a:r>
              <a:rPr lang="nb-NO" err="1"/>
              <a:t>Pga</a:t>
            </a:r>
            <a:r>
              <a:rPr lang="nb-NO"/>
              <a:t> </a:t>
            </a:r>
            <a:r>
              <a:rPr lang="nb-NO" err="1"/>
              <a:t>Mic_out</a:t>
            </a:r>
            <a:r>
              <a:rPr lang="nb-NO"/>
              <a:t> = 15mV som er lavere enn </a:t>
            </a:r>
            <a:r>
              <a:rPr lang="nb-NO" err="1"/>
              <a:t>Oscilloscopet</a:t>
            </a:r>
            <a:r>
              <a:rPr lang="nb-NO"/>
              <a:t> klarer å måle.</a:t>
            </a:r>
          </a:p>
          <a:p>
            <a:r>
              <a:rPr lang="nb-NO"/>
              <a:t>For å lettere </a:t>
            </a:r>
            <a:r>
              <a:rPr lang="nb-NO" err="1"/>
              <a:t>feilsøke</a:t>
            </a:r>
            <a:r>
              <a:rPr lang="nb-NO"/>
              <a:t>, teste OSV </a:t>
            </a:r>
            <a:r>
              <a:rPr lang="nb-NO" err="1"/>
              <a:t>vlagte</a:t>
            </a:r>
            <a:r>
              <a:rPr lang="nb-NO"/>
              <a:t> vi å ha </a:t>
            </a:r>
            <a:r>
              <a:rPr lang="nb-NO" err="1"/>
              <a:t>Dmic_out</a:t>
            </a:r>
            <a:r>
              <a:rPr lang="nb-NO"/>
              <a:t> = 150mV.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Jordet resistor </a:t>
            </a:r>
            <a:r>
              <a:rPr lang="en-US" err="1"/>
              <a:t>hindrer</a:t>
            </a:r>
            <a:r>
              <a:rPr lang="en-US"/>
              <a:t> (for) </a:t>
            </a:r>
            <a:r>
              <a:rPr lang="en-US" err="1"/>
              <a:t>fluktuerende</a:t>
            </a:r>
            <a:r>
              <a:rPr lang="en-US"/>
              <a:t> </a:t>
            </a:r>
            <a:r>
              <a:rPr lang="en-US" err="1"/>
              <a:t>spenning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AC coupling </a:t>
            </a:r>
            <a:r>
              <a:rPr lang="en-US" err="1"/>
              <a:t>som</a:t>
            </a:r>
            <a:r>
              <a:rPr lang="en-US"/>
              <a:t> high pass filter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err="1"/>
              <a:t>Vref</a:t>
            </a:r>
            <a:r>
              <a:rPr lang="en-US" b="1"/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/>
              <a:t>DC-Biasing: </a:t>
            </a:r>
            <a:r>
              <a:rPr lang="en-US"/>
              <a:t>R2 1(</a:t>
            </a:r>
            <a:r>
              <a:rPr lang="en-US" err="1"/>
              <a:t>MOhm</a:t>
            </a:r>
            <a:r>
              <a:rPr lang="en-US"/>
              <a:t>) er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b="1"/>
              <a:t>bias-resistor</a:t>
            </a:r>
            <a:r>
              <a:rPr lang="en-US"/>
              <a:t> </a:t>
            </a:r>
            <a:r>
              <a:rPr lang="en-US" err="1"/>
              <a:t>som</a:t>
            </a:r>
            <a:r>
              <a:rPr lang="en-US"/>
              <a:t> </a:t>
            </a:r>
            <a:r>
              <a:rPr lang="en-US" err="1"/>
              <a:t>løfter</a:t>
            </a:r>
            <a:r>
              <a:rPr lang="en-US"/>
              <a:t> </a:t>
            </a:r>
            <a:r>
              <a:rPr lang="en-US" err="1"/>
              <a:t>inngangssignalet</a:t>
            </a:r>
            <a:r>
              <a:rPr lang="en-US"/>
              <a:t> </a:t>
            </a:r>
            <a:r>
              <a:rPr lang="en-US" err="1"/>
              <a:t>til</a:t>
            </a:r>
            <a:r>
              <a:rPr lang="en-US"/>
              <a:t> </a:t>
            </a:r>
            <a:r>
              <a:rPr lang="en-US" b="1" err="1"/>
              <a:t>Vref</a:t>
            </a:r>
            <a:r>
              <a:rPr lang="en-US" b="1"/>
              <a:t>. </a:t>
            </a:r>
            <a:r>
              <a:rPr lang="en-US" b="0"/>
              <a:t>Det </a:t>
            </a:r>
            <a:r>
              <a:rPr lang="en-US" b="1" err="1"/>
              <a:t>oscillerer</a:t>
            </a:r>
            <a:r>
              <a:rPr lang="en-US" b="0"/>
              <a:t> </a:t>
            </a:r>
            <a:r>
              <a:rPr lang="en-US" b="0" err="1"/>
              <a:t>rundt</a:t>
            </a:r>
            <a:r>
              <a:rPr lang="en-US" b="0"/>
              <a:t> </a:t>
            </a:r>
            <a:r>
              <a:rPr lang="en-US" b="1" err="1"/>
              <a:t>Vref</a:t>
            </a:r>
            <a:r>
              <a:rPr lang="en-US" b="0"/>
              <a:t> </a:t>
            </a:r>
            <a:r>
              <a:rPr lang="en-US" b="0" err="1"/>
              <a:t>istedenfor</a:t>
            </a:r>
            <a:r>
              <a:rPr lang="en-US" b="0"/>
              <a:t> GND</a:t>
            </a:r>
            <a:endParaRPr lang="en-US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err="1"/>
              <a:t>Hvorfor</a:t>
            </a:r>
            <a:r>
              <a:rPr lang="en-US" b="1"/>
              <a:t>? </a:t>
            </a:r>
            <a:r>
              <a:rPr lang="en-US" err="1"/>
              <a:t>Opampen</a:t>
            </a:r>
            <a:r>
              <a:rPr lang="en-US"/>
              <a:t> </a:t>
            </a:r>
            <a:r>
              <a:rPr lang="en-US" err="1"/>
              <a:t>kan</a:t>
            </a:r>
            <a:r>
              <a:rPr lang="en-US"/>
              <a:t> </a:t>
            </a:r>
            <a:r>
              <a:rPr lang="en-US" err="1"/>
              <a:t>ikke</a:t>
            </a:r>
            <a:r>
              <a:rPr lang="en-US"/>
              <a:t> </a:t>
            </a:r>
            <a:r>
              <a:rPr lang="en-US" err="1"/>
              <a:t>prosesere</a:t>
            </a:r>
            <a:r>
              <a:rPr lang="en-US"/>
              <a:t> </a:t>
            </a:r>
            <a:r>
              <a:rPr lang="en-US" err="1"/>
              <a:t>spenningssvingninger</a:t>
            </a:r>
            <a:r>
              <a:rPr lang="en-US"/>
              <a:t> under 0.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b-NO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Høy inngangsimpedans:</a:t>
            </a:r>
            <a:r>
              <a:rPr lang="nb-NO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R2 = 1MOhm for å minimere </a:t>
            </a:r>
            <a:r>
              <a:rPr lang="nb-NO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belastningseffekten </a:t>
            </a:r>
            <a:r>
              <a:rPr lang="nb-NO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på </a:t>
            </a:r>
            <a:r>
              <a:rPr lang="nb-NO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mikrofonen</a:t>
            </a:r>
            <a:r>
              <a:rPr lang="nb-NO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nb-NO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Kondensatormikrofoner</a:t>
            </a:r>
            <a:r>
              <a:rPr lang="nb-NO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har høy </a:t>
            </a:r>
            <a:r>
              <a:rPr lang="nb-NO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utgangsimpedans</a:t>
            </a:r>
            <a:r>
              <a:rPr lang="nb-NO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At R2 er såpass stor sikrer at spenningsfallet skjer over </a:t>
            </a:r>
            <a:r>
              <a:rPr lang="nb-NO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Opamp</a:t>
            </a:r>
            <a:r>
              <a:rPr lang="nb-NO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-inngangen, ikke i mikrofonen. (Forhindrer demping av signalstyrke)</a:t>
            </a:r>
            <a:endParaRPr lang="en-US" b="1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b-NO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Referansepotensial: </a:t>
            </a:r>
            <a:r>
              <a:rPr lang="nb-NO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R2 gir </a:t>
            </a:r>
            <a:r>
              <a:rPr lang="nb-NO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ingangen</a:t>
            </a:r>
            <a:r>
              <a:rPr lang="nb-NO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til </a:t>
            </a:r>
            <a:r>
              <a:rPr lang="nb-NO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Opampen</a:t>
            </a:r>
            <a:r>
              <a:rPr lang="nb-NO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fast </a:t>
            </a:r>
            <a:r>
              <a:rPr lang="nb-NO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DC-referanse</a:t>
            </a:r>
            <a:r>
              <a:rPr lang="nb-NO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Uten denne ville </a:t>
            </a:r>
            <a:r>
              <a:rPr lang="nb-NO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ingangen</a:t>
            </a:r>
            <a:r>
              <a:rPr lang="nb-NO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b-NO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bias-strøm</a:t>
            </a:r>
            <a:r>
              <a:rPr lang="nb-NO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ladet opp interne kapasitanser helt til utganger går i metning mot en av forskyvningskildene</a:t>
            </a:r>
            <a:endParaRPr lang="nb-NO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b-NO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Kort oppsummert:</a:t>
            </a:r>
            <a:r>
              <a:rPr lang="nb-NO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R2 etablerer et stabilt arbeidspunkt for </a:t>
            </a:r>
            <a:r>
              <a:rPr lang="nb-NO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Opampen</a:t>
            </a:r>
            <a:r>
              <a:rPr lang="nb-NO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uten å degradere det svake mikrofonsignalet.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b-NO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Buffer: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b-NO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Gain</a:t>
            </a:r>
            <a:r>
              <a:rPr lang="nb-NO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b-NO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</a:t>
            </a:r>
            <a:r>
              <a:rPr lang="nb-NO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Impedanse</a:t>
            </a:r>
            <a:r>
              <a:rPr lang="nb-NO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transformator» </a:t>
            </a:r>
            <a:r>
              <a:rPr lang="nb-NO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Høy inngangs impedans (stjeler ingen strøm fra mikrofonen) og lav output impedans. Tilfører signalet mer strøm direkte fra strømforsyningen. Altså er det en «</a:t>
            </a:r>
            <a:r>
              <a:rPr lang="nb-NO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Strømforsterker</a:t>
            </a:r>
            <a:r>
              <a:rPr lang="nb-NO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b-NO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Hvorfor: </a:t>
            </a:r>
            <a:r>
              <a:rPr lang="nb-NO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Sørger for at mikrofonen ikke blir belastet av resten av kretsen. Uten denne ville resten av kretsen «spist» det svake signalet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b-NO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Negativ feedback: </a:t>
            </a:r>
            <a:r>
              <a:rPr lang="nb-NO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Holder signalet stabilt (konstant/likt)</a:t>
            </a:r>
            <a:endParaRPr lang="nb-NO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r>
              <a:rPr lang="nb-NO" b="1"/>
              <a:t>AC-</a:t>
            </a:r>
            <a:r>
              <a:rPr lang="nb-NO" b="1" err="1"/>
              <a:t>Coupling</a:t>
            </a:r>
            <a:r>
              <a:rPr lang="nb-NO" b="1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b-NO" b="0"/>
              <a:t>Effektivt et </a:t>
            </a:r>
            <a:r>
              <a:rPr lang="nb-NO" b="0" err="1"/>
              <a:t>high</a:t>
            </a:r>
            <a:r>
              <a:rPr lang="nb-NO" b="0"/>
              <a:t>-pass-filter, med lav </a:t>
            </a:r>
            <a:r>
              <a:rPr lang="nb-NO" b="0" err="1"/>
              <a:t>cuttoff</a:t>
            </a:r>
            <a:r>
              <a:rPr lang="nb-NO" b="0"/>
              <a:t> frekvens. Altså slipper den gjennom lyden, men sitter DC signalet (</a:t>
            </a:r>
            <a:r>
              <a:rPr lang="nb-NO" b="0" err="1"/>
              <a:t>Vref</a:t>
            </a:r>
            <a:r>
              <a:rPr lang="nb-NO" b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b-NO" b="0"/>
              <a:t>Uten den ville vi også forsterket </a:t>
            </a:r>
            <a:r>
              <a:rPr lang="nb-NO" b="0" err="1"/>
              <a:t>Vref</a:t>
            </a:r>
            <a:r>
              <a:rPr lang="nb-NO" b="0"/>
              <a:t> i neste steg. Signalet hadde blitt mettet.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nb-NO" b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b="1" err="1"/>
              <a:t>Inverting</a:t>
            </a:r>
            <a:r>
              <a:rPr lang="nb-NO" b="1"/>
              <a:t> </a:t>
            </a:r>
            <a:r>
              <a:rPr lang="nb-NO" b="1" err="1"/>
              <a:t>Amplifier</a:t>
            </a:r>
            <a:r>
              <a:rPr lang="nb-NO" b="1"/>
              <a:t>:</a:t>
            </a:r>
            <a:r>
              <a:rPr lang="nb-NO" b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b-NO" b="0" err="1"/>
              <a:t>Gain</a:t>
            </a:r>
            <a:r>
              <a:rPr lang="nb-NO" b="0"/>
              <a:t> på 100 (Eller 10)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b-NO" b="0"/>
              <a:t>Inverterer signalet (Snudd 180 grader, ikke effekt på lyd)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b-NO" b="1" err="1"/>
              <a:t>Vref</a:t>
            </a:r>
            <a:r>
              <a:rPr lang="nb-NO" b="0"/>
              <a:t> til </a:t>
            </a:r>
            <a:r>
              <a:rPr lang="nb-NO" b="1"/>
              <a:t>+ </a:t>
            </a:r>
            <a:r>
              <a:rPr lang="nb-NO" b="0"/>
              <a:t>så det blir et </a:t>
            </a:r>
            <a:r>
              <a:rPr lang="nb-NO" b="0" err="1"/>
              <a:t>virituelt</a:t>
            </a:r>
            <a:r>
              <a:rPr lang="nb-NO" b="0"/>
              <a:t> jord-punkt. Lyden svinger rundt </a:t>
            </a:r>
            <a:r>
              <a:rPr lang="nb-NO" b="0" err="1"/>
              <a:t>Vref</a:t>
            </a:r>
            <a:r>
              <a:rPr lang="nb-NO" b="0"/>
              <a:t> ikke GND (</a:t>
            </a:r>
            <a:r>
              <a:rPr lang="nb-NO" b="1"/>
              <a:t>HUSK: + input har i teorien uendelig impedans)</a:t>
            </a:r>
            <a:endParaRPr lang="nb-NO" b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b-NO" b="1"/>
              <a:t>ALTSÅ!!! </a:t>
            </a:r>
            <a:r>
              <a:rPr lang="nb-NO" b="0" err="1"/>
              <a:t>Amplifieren</a:t>
            </a:r>
            <a:r>
              <a:rPr lang="nb-NO" b="0"/>
              <a:t> tar det svake </a:t>
            </a:r>
            <a:r>
              <a:rPr lang="nb-NO" b="0" err="1"/>
              <a:t>renen</a:t>
            </a:r>
            <a:r>
              <a:rPr lang="nb-NO" b="0"/>
              <a:t> signalet og pumper det opp med 100 ganger i styrke</a:t>
            </a:r>
            <a:endParaRPr lang="nb-NO" b="1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nb-NO" b="0"/>
          </a:p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EF38-1F9D-4EF1-8420-611C7B1138CC}" type="slidenum">
              <a:rPr lang="nb-NO" smtClean="0"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42222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err="1"/>
              <a:t>f_c</a:t>
            </a:r>
            <a:r>
              <a:rPr lang="nb-NO"/>
              <a:t> er «half </a:t>
            </a:r>
            <a:r>
              <a:rPr lang="nb-NO" err="1"/>
              <a:t>power</a:t>
            </a:r>
            <a:r>
              <a:rPr lang="nb-NO"/>
              <a:t> </a:t>
            </a:r>
            <a:r>
              <a:rPr lang="nb-NO" err="1"/>
              <a:t>point</a:t>
            </a:r>
            <a:r>
              <a:rPr lang="nb-NO"/>
              <a:t>», der effekt er halvert</a:t>
            </a:r>
          </a:p>
          <a:p>
            <a:r>
              <a:rPr lang="nb-NO"/>
              <a:t>Q-faktor beskriver bredden på tillat intervall ift. frekvens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EF38-1F9D-4EF1-8420-611C7B1138CC}" type="slidenum">
              <a:rPr lang="nb-NO" smtClean="0"/>
              <a:t>10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7961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b="1"/>
              <a:t>High pass: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b-NO" b="1"/>
              <a:t>Funksjon: </a:t>
            </a:r>
            <a:r>
              <a:rPr lang="nb-NO" b="0"/>
              <a:t>Andre ordens filter (Dobbelt så effektivt for å fjerne uønsket støy utenfor </a:t>
            </a:r>
            <a:r>
              <a:rPr lang="nb-NO" b="0" err="1"/>
              <a:t>cutoff</a:t>
            </a:r>
            <a:r>
              <a:rPr lang="nb-NO" b="0"/>
              <a:t> frekvensen) Kondensatorene blokkerer DC og lave frekvenser, mens </a:t>
            </a:r>
            <a:r>
              <a:rPr lang="nb-NO" b="0" err="1"/>
              <a:t>Resistorene</a:t>
            </a:r>
            <a:r>
              <a:rPr lang="nb-NO" b="0"/>
              <a:t> «drar» lave frekvenser mot </a:t>
            </a:r>
            <a:r>
              <a:rPr lang="nb-NO" b="0" err="1"/>
              <a:t>Vref</a:t>
            </a:r>
            <a:endParaRPr lang="nb-NO" b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b-NO" b="1" err="1"/>
              <a:t>Vref</a:t>
            </a:r>
            <a:r>
              <a:rPr lang="nb-NO" b="1"/>
              <a:t>? </a:t>
            </a:r>
            <a:r>
              <a:rPr lang="nb-NO" b="0"/>
              <a:t>Vi bruker </a:t>
            </a:r>
            <a:r>
              <a:rPr lang="nb-NO" b="0" err="1"/>
              <a:t>Vref</a:t>
            </a:r>
            <a:r>
              <a:rPr lang="nb-NO" b="0"/>
              <a:t> for </a:t>
            </a:r>
            <a:r>
              <a:rPr lang="nb-NO" b="0" err="1"/>
              <a:t>akuratt</a:t>
            </a:r>
            <a:r>
              <a:rPr lang="nb-NO" b="0"/>
              <a:t> det samme som tidligere. Så vi ikke mister negative signaler. Drar også lavfrekvente signaler slik at de ikke slipper gjennom </a:t>
            </a:r>
            <a:r>
              <a:rPr lang="nb-NO" b="0" err="1"/>
              <a:t>opampen</a:t>
            </a:r>
            <a:endParaRPr lang="nb-NO" b="0"/>
          </a:p>
          <a:p>
            <a:pPr marL="0" indent="0">
              <a:buFont typeface="Arial" panose="020B0604020202020204" pitchFamily="34" charset="0"/>
              <a:buNone/>
            </a:pPr>
            <a:endParaRPr lang="nb-NO" b="1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EF38-1F9D-4EF1-8420-611C7B1138CC}" type="slidenum">
              <a:rPr lang="nb-NO" smtClean="0"/>
              <a:t>11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84301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b="1" err="1"/>
              <a:t>Low</a:t>
            </a:r>
            <a:r>
              <a:rPr lang="nb-NO" b="1"/>
              <a:t> pass: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b-NO" b="1"/>
              <a:t>Funksjon: </a:t>
            </a:r>
            <a:r>
              <a:rPr lang="nb-NO" b="0" err="1"/>
              <a:t>Resistorene</a:t>
            </a:r>
            <a:r>
              <a:rPr lang="nb-NO" b="0"/>
              <a:t> slipper gjennom lave frekvenser, mens kondensatorene fungerer som «kortslutninger til </a:t>
            </a:r>
            <a:r>
              <a:rPr lang="nb-NO" b="0" err="1"/>
              <a:t>Vref</a:t>
            </a:r>
            <a:r>
              <a:rPr lang="nb-NO" b="0"/>
              <a:t>»/Utgang for høyfrekvente signaler. (Kortslutning i at signalene «velger» å gå gjennom C4 til </a:t>
            </a:r>
            <a:r>
              <a:rPr lang="nb-NO" b="0" err="1"/>
              <a:t>Vref</a:t>
            </a:r>
            <a:r>
              <a:rPr lang="nb-NO" b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b-NO" b="0"/>
              <a:t> </a:t>
            </a:r>
            <a:r>
              <a:rPr lang="nb-NO" b="1"/>
              <a:t>C3? </a:t>
            </a:r>
            <a:r>
              <a:rPr lang="nb-NO" b="0"/>
              <a:t>Ved høye frekvenser er det en ledning som gir </a:t>
            </a:r>
            <a:r>
              <a:rPr lang="nb-NO" b="0" err="1"/>
              <a:t>negaitv</a:t>
            </a:r>
            <a:r>
              <a:rPr lang="nb-NO" b="0"/>
              <a:t> feedback. Hjelper å «</a:t>
            </a:r>
            <a:r>
              <a:rPr lang="nb-NO" b="0" err="1"/>
              <a:t>Kanselere</a:t>
            </a:r>
            <a:r>
              <a:rPr lang="nb-NO" b="0"/>
              <a:t>» de høyfrekvente signalene.</a:t>
            </a:r>
            <a:endParaRPr lang="nb-NO" b="1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EF38-1F9D-4EF1-8420-611C7B1138CC}" type="slidenum">
              <a:rPr lang="nb-NO" smtClean="0"/>
              <a:t>12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92308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High-pass og </a:t>
            </a:r>
            <a:r>
              <a:rPr lang="nb-NO" err="1"/>
              <a:t>Low</a:t>
            </a:r>
            <a:r>
              <a:rPr lang="nb-NO"/>
              <a:t>-pass </a:t>
            </a:r>
            <a:r>
              <a:rPr lang="nb-NO" err="1"/>
              <a:t>filterene</a:t>
            </a:r>
            <a:r>
              <a:rPr lang="nb-NO"/>
              <a:t> danner til sammen et Band-pass-filter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EF38-1F9D-4EF1-8420-611C7B1138CC}" type="slidenum">
              <a:rPr lang="nb-NO" smtClean="0"/>
              <a:t>13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933723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Feedback </a:t>
            </a:r>
          </a:p>
          <a:p>
            <a:r>
              <a:rPr lang="nb-NO"/>
              <a:t>Valgte 22kOhm da 1kOhm førte til at lyd begynte å lekke, men høyere ga ekstra støy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EF38-1F9D-4EF1-8420-611C7B1138CC}" type="slidenum">
              <a:rPr lang="nb-NO" smtClean="0"/>
              <a:t>25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36159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9D8E1-E4A5-5897-7735-40579E5A1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123AF-6D2F-BD2F-60C3-238E70612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378FD-04AB-D1FC-D40B-5D1F08A5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04D8-74ED-45EA-A3EE-5702ED5AF45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1E42B-06B6-B406-E31C-DAD43331A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D1F77-413F-A6A4-3B6A-2A34C8AF8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9290-FF22-430A-883A-64D391E2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36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E4F11-7735-EF86-99EC-79D13B10B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5963E-F868-FFE3-3153-7A5E3A318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33A62-EFF0-DEA3-AEB8-9B931D391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04D8-74ED-45EA-A3EE-5702ED5AF45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E42D4-6CC3-4A3D-7BA5-44A4DACE7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AE8C-BEBB-7CC0-51A2-B2D59531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9290-FF22-430A-883A-64D391E2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55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BA56A-EA66-ABAC-BC74-5FA8CACA3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B16E7-E59F-FB65-5FC2-AE06243A3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9AE67-F5D4-7A95-656C-952594F8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04D8-74ED-45EA-A3EE-5702ED5AF45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58271-FA83-F9A6-16C6-6884B6A07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46BE6-7025-B990-2B5C-CAA0CDBC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9290-FF22-430A-883A-64D391E2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17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5BE64-38FC-5DC3-739E-B0389D883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01CBA-2462-02A5-59B9-992C41853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9CA3C-CB8A-A2FF-FBB3-A5427FF94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1F69F-DA72-9E99-DDB3-B21D5FDF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04D8-74ED-45EA-A3EE-5702ED5AF45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6A21F-7E2B-A6FC-295C-60E5AAC3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A1E34-D678-B27B-592A-8FE83471C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9290-FF22-430A-883A-64D391E2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965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19640-2783-7D78-DB6E-53DAA37AB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D0F6F-D53F-F314-70FD-14881ACE5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0FBF3-9188-C776-4482-2210EEF71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EB2C20-C486-BDA2-BEAB-F85D0A76A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46CF16-036F-90AB-28F2-B3D453A28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9F22DB-2B2A-2D79-67C8-11AFD327C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04D8-74ED-45EA-A3EE-5702ED5AF45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4B1F6E-1B62-E88F-7390-FF83590E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F5C3C9-BA5E-941E-E872-052D6D4F6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9290-FF22-430A-883A-64D391E2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16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3269-BF2A-1DA0-E3A3-3527D14E8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3CC3C-B3B1-A330-5070-DBC3229E3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04D8-74ED-45EA-A3EE-5702ED5AF45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C224E6-B725-006A-795B-37B6A533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385441-FFC8-0D65-B4E3-CCFE9F13B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9290-FF22-430A-883A-64D391E2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380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F68A4-1F2A-14F7-ADB4-D6BDCFF1C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04D8-74ED-45EA-A3EE-5702ED5AF45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35786D-7946-3976-6697-02369A6E4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67997-82C2-AB1B-39DD-76E37342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9290-FF22-430A-883A-64D391E2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80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535B5-D7F5-0EFF-75E9-93180D7C2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1F6CB-8D4E-A99B-21E5-0585F0C1B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90FFA-5D79-40BA-5E27-22D460E5F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31432-5EFB-619E-533E-6E61047F1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04D8-74ED-45EA-A3EE-5702ED5AF45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E0FBE-2ED6-5C11-59A1-DA3E34E91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51837-5A9F-C545-A12E-0C7DD51AA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9290-FF22-430A-883A-64D391E2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52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E93CF-3250-C019-95E1-78FF956BC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E712D3-CCD2-766A-C3F1-6E4B180EE8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AD89A-54C9-A428-B165-D8475694E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3A035-30E3-B313-58FD-08196CDAF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04D8-74ED-45EA-A3EE-5702ED5AF45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A6E08-EEDF-E9F4-AE1A-CF25BD980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07607-1EB1-9D30-8B16-866B5BB8C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9290-FF22-430A-883A-64D391E2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31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6AD42-8274-54B9-4038-1D06C3B07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90F55D-DA1A-2F70-072C-17EE5B73E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203DE-DC11-72D2-43C1-B6B7CA2BA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04D8-74ED-45EA-A3EE-5702ED5AF45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4C371-627B-2B1F-EFDF-370498EAA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794E2-48F0-A609-F9A1-33BC04037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9290-FF22-430A-883A-64D391E2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16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9E7EB5-0514-BF52-C85D-149EC1C469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5CBD4-E7F1-78E2-3557-F53C6D31A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AD827-955C-8FE6-2C51-90DF8B912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04D8-74ED-45EA-A3EE-5702ED5AF45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AF775-7949-5226-00FD-92F58DE42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AFDA0-24DC-6C57-E3F3-3766EA9DC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9290-FF22-430A-883A-64D391E2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67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EEFBC2-766E-CACE-89D6-867222A3E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FF998-F59B-9811-F5DD-433E2DB36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51297-15A1-44EF-AEB3-FFE5F38304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5304D8-74ED-45EA-A3EE-5702ED5AF45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84D7C-9969-E552-E33C-B794DE980B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10DD5-43E1-1ECD-4AAD-3457ECBA2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A29290-FF22-430A-883A-64D391E20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22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/index.php?title=Impedance_bridging&amp;oldid=1272875694" TargetMode="External"/><Relationship Id="rId2" Type="http://schemas.openxmlformats.org/officeDocument/2006/relationships/hyperlink" Target="https://www.elprocus.com/non-inverting-summing-amplifie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ultisim.com/content/ntUwHpaAN2kbpAUV8E6jkY/mikrofonkrets-bra-1/open/" TargetMode="External"/><Relationship Id="rId5" Type="http://schemas.openxmlformats.org/officeDocument/2006/relationships/hyperlink" Target="https://en.wikipedia.org/wiki/Sallen&#8211;Key_topology" TargetMode="External"/><Relationship Id="rId4" Type="http://schemas.openxmlformats.org/officeDocument/2006/relationships/hyperlink" Target="https://en.wikipedia.org/w/index.php?title=Microphone&amp;oldid=1340028654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0455E-C7C7-CB6B-BCAE-AFA8B840A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4000" err="1">
                <a:solidFill>
                  <a:srgbClr val="FFFFFF"/>
                </a:solidFill>
              </a:rPr>
              <a:t>Labprosjekt</a:t>
            </a:r>
            <a:r>
              <a:rPr lang="en-US" sz="4000">
                <a:solidFill>
                  <a:srgbClr val="FFFFFF"/>
                </a:solidFill>
              </a:rPr>
              <a:t> TFY 4030</a:t>
            </a:r>
          </a:p>
        </p:txBody>
      </p:sp>
      <p:pic>
        <p:nvPicPr>
          <p:cNvPr id="4" name="drawing">
            <a:extLst>
              <a:ext uri="{FF2B5EF4-FFF2-40B4-BE49-F238E27FC236}">
                <a16:creationId xmlns:a16="http://schemas.microsoft.com/office/drawing/2014/main" id="{D4885171-C4DB-EBBF-5FC5-40438A802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8993" y="1966293"/>
            <a:ext cx="10294012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49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22DF1882-D4B4-3C4A-EF42-4668813AB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3700">
                <a:solidFill>
                  <a:srgbClr val="FFFFFF"/>
                </a:solidFill>
              </a:rPr>
              <a:t>Del 1- preamp (Impedance bridge)</a:t>
            </a:r>
            <a:endParaRPr lang="nb-NO" sz="3700">
              <a:solidFill>
                <a:srgbClr val="FFFFFF"/>
              </a:solidFill>
            </a:endParaRPr>
          </a:p>
        </p:txBody>
      </p:sp>
      <p:pic>
        <p:nvPicPr>
          <p:cNvPr id="4" name="drawing">
            <a:extLst>
              <a:ext uri="{FF2B5EF4-FFF2-40B4-BE49-F238E27FC236}">
                <a16:creationId xmlns:a16="http://schemas.microsoft.com/office/drawing/2014/main" id="{B76975DB-1148-1476-8E01-E012334560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227" y="1966293"/>
            <a:ext cx="10925544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542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4F0F0-AA3F-1905-C53B-9067B255A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Teori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643794-D5E9-0B32-1B44-BF9D2B2623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err="1"/>
                  <a:t>Mikrofon</a:t>
                </a:r>
                <a:r>
                  <a:rPr lang="en-US"/>
                  <a:t>: </a:t>
                </a:r>
                <a:r>
                  <a:rPr lang="en-US" err="1"/>
                  <a:t>Kondensator</a:t>
                </a:r>
                <a:endParaRPr lang="en-US"/>
              </a:p>
              <a:p>
                <a:pPr lvl="1"/>
                <a:r>
                  <a:rPr lang="en-US" err="1"/>
                  <a:t>Lydsignal</a:t>
                </a:r>
                <a:r>
                  <a:rPr lang="en-US"/>
                  <a:t> </a:t>
                </a:r>
                <a:r>
                  <a:rPr lang="en-US">
                    <a:sym typeface="Wingdings" panose="05000000000000000000" pitchFamily="2" charset="2"/>
                  </a:rPr>
                  <a:t> </a:t>
                </a:r>
                <a:r>
                  <a:rPr lang="en-US" err="1">
                    <a:sym typeface="Wingdings" panose="05000000000000000000" pitchFamily="2" charset="2"/>
                  </a:rPr>
                  <a:t>Elektrisk</a:t>
                </a:r>
                <a:r>
                  <a:rPr lang="en-US">
                    <a:sym typeface="Wingdings" panose="05000000000000000000" pitchFamily="2" charset="2"/>
                  </a:rPr>
                  <a:t> signal</a:t>
                </a:r>
              </a:p>
              <a:p>
                <a:pPr marL="0" indent="0">
                  <a:buNone/>
                </a:pPr>
                <a:endParaRPr lang="en-US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𝑎𝑣</m:t>
                        </m:r>
                      </m:sub>
                    </m:sSub>
                    <m:r>
                      <a:rPr lang="nb-NO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nb-NO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nb-NO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nb-NO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  <m:r>
                      <a:rPr lang="nb-NO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𝑉𝐼𝑐𝑜𝑠</m:t>
                    </m:r>
                    <m:r>
                      <a:rPr lang="nb-NO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nb-NO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𝜙</m:t>
                    </m:r>
                    <m:r>
                      <a:rPr lang="nb-NO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>
                    <a:sym typeface="Wingdings" panose="05000000000000000000" pitchFamily="2" charset="2"/>
                  </a:rPr>
                  <a:t> </a:t>
                </a:r>
              </a:p>
              <a:p>
                <a:pPr marL="0" indent="0">
                  <a:buNone/>
                </a:pPr>
                <a:endParaRPr lang="en-US">
                  <a:sym typeface="Wingdings" panose="05000000000000000000" pitchFamily="2" charset="2"/>
                </a:endParaRPr>
              </a:p>
              <a:p>
                <a:r>
                  <a:rPr lang="en-US" err="1">
                    <a:sym typeface="Wingdings" panose="05000000000000000000" pitchFamily="2" charset="2"/>
                  </a:rPr>
                  <a:t>Høyest</a:t>
                </a:r>
                <a:r>
                  <a:rPr lang="en-US">
                    <a:sym typeface="Wingdings" panose="05000000000000000000" pitchFamily="2" charset="2"/>
                  </a:rPr>
                  <a:t> </a:t>
                </a:r>
                <a:r>
                  <a:rPr lang="en-US" err="1">
                    <a:sym typeface="Wingdings" panose="05000000000000000000" pitchFamily="2" charset="2"/>
                  </a:rPr>
                  <a:t>mulig</a:t>
                </a:r>
                <a:r>
                  <a:rPr lang="en-US">
                    <a:sym typeface="Wingdings" panose="05000000000000000000" pitchFamily="2" charset="2"/>
                  </a:rPr>
                  <a:t> power factor: </a:t>
                </a:r>
                <a:r>
                  <a:rPr lang="en-US" err="1">
                    <a:sym typeface="Wingdings" panose="05000000000000000000" pitchFamily="2" charset="2"/>
                  </a:rPr>
                  <a:t>lavest</a:t>
                </a:r>
                <a:r>
                  <a:rPr lang="en-US">
                    <a:sym typeface="Wingdings" panose="05000000000000000000" pitchFamily="2" charset="2"/>
                  </a:rPr>
                  <a:t> </a:t>
                </a:r>
                <a:r>
                  <a:rPr lang="en-US" err="1">
                    <a:sym typeface="Wingdings" panose="05000000000000000000" pitchFamily="2" charset="2"/>
                  </a:rPr>
                  <a:t>mulig</a:t>
                </a:r>
                <a:r>
                  <a:rPr lang="en-US">
                    <a:sym typeface="Wingdings" panose="05000000000000000000" pitchFamily="2" charset="2"/>
                  </a:rPr>
                  <a:t> </a:t>
                </a:r>
                <a:r>
                  <a:rPr lang="en-US" err="1">
                    <a:sym typeface="Wingdings" panose="05000000000000000000" pitchFamily="2" charset="2"/>
                  </a:rPr>
                  <a:t>faseforskyvning</a:t>
                </a:r>
                <a:r>
                  <a:rPr lang="en-US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𝜙</m:t>
                    </m:r>
                  </m:oMath>
                </a14:m>
                <a:endParaRPr lang="en-US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>
                  <a:sym typeface="Wingdings" panose="05000000000000000000" pitchFamily="2" charset="2"/>
                </a:endParaRPr>
              </a:p>
              <a:p>
                <a:r>
                  <a:rPr lang="en-US">
                    <a:sym typeface="Wingdings" panose="05000000000000000000" pitchFamily="2" charset="2"/>
                  </a:rPr>
                  <a:t>Høy output </a:t>
                </a:r>
                <a:r>
                  <a:rPr lang="en-US" err="1">
                    <a:sym typeface="Wingdings" panose="05000000000000000000" pitchFamily="2" charset="2"/>
                  </a:rPr>
                  <a:t>impedans</a:t>
                </a:r>
                <a:r>
                  <a:rPr lang="en-US">
                    <a:sym typeface="Wingdings" panose="05000000000000000000" pitchFamily="2" charset="2"/>
                  </a:rPr>
                  <a:t>, </a:t>
                </a:r>
                <a:r>
                  <a:rPr lang="en-US" err="1">
                    <a:sym typeface="Wingdings" panose="05000000000000000000" pitchFamily="2" charset="2"/>
                  </a:rPr>
                  <a:t>lav</a:t>
                </a:r>
                <a:r>
                  <a:rPr lang="en-US">
                    <a:sym typeface="Wingdings" panose="05000000000000000000" pitchFamily="2" charset="2"/>
                  </a:rPr>
                  <a:t> input </a:t>
                </a:r>
                <a:r>
                  <a:rPr lang="en-US" err="1">
                    <a:sym typeface="Wingdings" panose="05000000000000000000" pitchFamily="2" charset="2"/>
                  </a:rPr>
                  <a:t>impedans</a:t>
                </a: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643794-D5E9-0B32-1B44-BF9D2B2623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7660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42FEC-04B2-A4F8-BBE9-504CE2E50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891652"/>
            <a:ext cx="4412021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Referansespenning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171F7E-871B-32E0-E173-9C55010E5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66793"/>
            <a:ext cx="5608320" cy="52799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F819E6-7639-4759-ACC5-93C962A97891}"/>
              </a:ext>
            </a:extLst>
          </p:cNvPr>
          <p:cNvSpPr txBox="1"/>
          <p:nvPr/>
        </p:nvSpPr>
        <p:spPr>
          <a:xfrm>
            <a:off x="795528" y="4356017"/>
            <a:ext cx="3136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>
                <a:solidFill>
                  <a:schemeClr val="bg1"/>
                </a:solidFill>
              </a:rPr>
              <a:t>1 V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386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C97C3-0666-075E-1F13-623C6117A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Mikrofon</a:t>
            </a:r>
            <a:r>
              <a:rPr lang="en-US"/>
              <a:t> </a:t>
            </a:r>
            <a:r>
              <a:rPr lang="en-US" err="1"/>
              <a:t>og</a:t>
            </a:r>
            <a:r>
              <a:rPr lang="en-US"/>
              <a:t> “dummy mic”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14D37F-B606-16D5-1C34-4608F6AB8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351263"/>
            <a:ext cx="2887545" cy="2484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3CA176-5C87-CF51-ADFD-839C55C3C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383" y="2221992"/>
            <a:ext cx="4133468" cy="260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25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F8C98-1359-07AF-2098-DEDA1F3C7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Illustrasjon</a:t>
            </a:r>
            <a:r>
              <a:rPr lang="en-US"/>
              <a:t> av preamp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2A1DA6-0236-5116-7EEE-2BEB4075B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485" y="2044822"/>
            <a:ext cx="8569423" cy="37643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8D630E-49A5-584E-040E-52FC565B9340}"/>
              </a:ext>
            </a:extLst>
          </p:cNvPr>
          <p:cNvSpPr txBox="1"/>
          <p:nvPr/>
        </p:nvSpPr>
        <p:spPr>
          <a:xfrm>
            <a:off x="384047" y="1938529"/>
            <a:ext cx="21632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 = 10 for </a:t>
            </a:r>
            <a:r>
              <a:rPr lang="en-US" err="1"/>
              <a:t>mikrofon</a:t>
            </a:r>
            <a:r>
              <a:rPr lang="en-US"/>
              <a:t>, 10 for dummy mic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15 mV </a:t>
            </a:r>
            <a:r>
              <a:rPr lang="en-US">
                <a:sym typeface="Wingdings" panose="05000000000000000000" pitchFamily="2" charset="2"/>
              </a:rPr>
              <a:t> 1.5 V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3" name="Pil: opp 12">
            <a:extLst>
              <a:ext uri="{FF2B5EF4-FFF2-40B4-BE49-F238E27FC236}">
                <a16:creationId xmlns:a16="http://schemas.microsoft.com/office/drawing/2014/main" id="{8F6CB3D2-69F3-DF68-84D7-EF49459BC14C}"/>
              </a:ext>
            </a:extLst>
          </p:cNvPr>
          <p:cNvSpPr/>
          <p:nvPr/>
        </p:nvSpPr>
        <p:spPr>
          <a:xfrm rot="8484496">
            <a:off x="8956604" y="1555618"/>
            <a:ext cx="253037" cy="978408"/>
          </a:xfrm>
          <a:prstGeom prst="upArrow">
            <a:avLst>
              <a:gd name="adj1" fmla="val 39518"/>
              <a:gd name="adj2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kstSylinder 13">
                <a:extLst>
                  <a:ext uri="{FF2B5EF4-FFF2-40B4-BE49-F238E27FC236}">
                    <a16:creationId xmlns:a16="http://schemas.microsoft.com/office/drawing/2014/main" id="{FA478AE1-970C-158E-B0B1-999942D52E59}"/>
                  </a:ext>
                </a:extLst>
              </p:cNvPr>
              <p:cNvSpPr txBox="1"/>
              <p:nvPr/>
            </p:nvSpPr>
            <p:spPr>
              <a:xfrm>
                <a:off x="7326320" y="937205"/>
                <a:ext cx="24196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b-NO"/>
                  <a:t>Bytter med 100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b-NO" b="0" i="0" smtClean="0">
                        <a:latin typeface="Cambria Math" panose="02040503050406030204" pitchFamily="18" charset="0"/>
                      </a:rPr>
                      <m:t>kΩ</m:t>
                    </m:r>
                  </m:oMath>
                </a14:m>
                <a:r>
                  <a:rPr lang="nb-NO"/>
                  <a:t> for dummy </a:t>
                </a:r>
                <a:r>
                  <a:rPr lang="nb-NO" err="1"/>
                  <a:t>mic</a:t>
                </a:r>
                <a:endParaRPr lang="nb-NO"/>
              </a:p>
            </p:txBody>
          </p:sp>
        </mc:Choice>
        <mc:Fallback>
          <p:sp>
            <p:nvSpPr>
              <p:cNvPr id="14" name="TekstSylinder 13">
                <a:extLst>
                  <a:ext uri="{FF2B5EF4-FFF2-40B4-BE49-F238E27FC236}">
                    <a16:creationId xmlns:a16="http://schemas.microsoft.com/office/drawing/2014/main" id="{FA478AE1-970C-158E-B0B1-999942D52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6320" y="937205"/>
                <a:ext cx="2419699" cy="646331"/>
              </a:xfrm>
              <a:prstGeom prst="rect">
                <a:avLst/>
              </a:prstGeom>
              <a:blipFill>
                <a:blip r:embed="rId4"/>
                <a:stretch>
                  <a:fillRect l="-2267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5671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891743-15F4-7E66-42FE-68D316444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638" y="856988"/>
            <a:ext cx="5814240" cy="964006"/>
          </a:xfrm>
        </p:spPr>
        <p:txBody>
          <a:bodyPr anchor="b">
            <a:normAutofit/>
          </a:bodyPr>
          <a:lstStyle/>
          <a:p>
            <a:r>
              <a:rPr lang="en-US" sz="4000"/>
              <a:t>Bode plot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0B96EC-6260-866F-71E6-96BAC08F08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8639" y="2082657"/>
                <a:ext cx="5814239" cy="3461155"/>
              </a:xfrm>
            </p:spPr>
            <p:txBody>
              <a:bodyPr>
                <a:normAutofit/>
              </a:bodyPr>
              <a:lstStyle/>
              <a:p>
                <a:r>
                  <a:rPr lang="en-US" sz="2000" err="1"/>
                  <a:t>Noterte</a:t>
                </a:r>
                <a:r>
                  <a:rPr lang="en-US" sz="2000"/>
                  <a:t> </a:t>
                </a:r>
                <a:r>
                  <a:rPr lang="en-US" sz="2000" err="1"/>
                  <a:t>spenning</a:t>
                </a:r>
                <a:r>
                  <a:rPr lang="en-US" sz="2000"/>
                  <a:t> </a:t>
                </a:r>
                <a:r>
                  <a:rPr lang="en-US" sz="2000" err="1"/>
                  <a:t>og</a:t>
                </a:r>
                <a:r>
                  <a:rPr lang="en-US" sz="200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b-NO" sz="2000" b="0" i="0">
                        <a:latin typeface="Cambria Math" panose="02040503050406030204" pitchFamily="18" charset="0"/>
                      </a:rPr>
                      <m:t>Δ</m:t>
                    </m:r>
                    <m:r>
                      <a:rPr lang="nb-NO" sz="2000" b="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b="0"/>
                  <a:t> I Excel</a:t>
                </a:r>
              </a:p>
              <a:p>
                <a:r>
                  <a:rPr lang="en-US" sz="2000" err="1"/>
                  <a:t>Plottet</a:t>
                </a:r>
                <a:r>
                  <a:rPr lang="en-US" sz="2000"/>
                  <a:t> I python</a:t>
                </a:r>
              </a:p>
              <a:p>
                <a:r>
                  <a:rPr lang="en-US" sz="2000" err="1"/>
                  <a:t>Formler</a:t>
                </a:r>
                <a:r>
                  <a:rPr lang="en-US" sz="200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nb-NO" sz="2000" b="0" i="1">
                        <a:latin typeface="Cambria Math" panose="02040503050406030204" pitchFamily="18" charset="0"/>
                      </a:rPr>
                      <m:t>𝐺𝑎𝑖𝑛</m:t>
                    </m:r>
                    <m:r>
                      <a:rPr lang="nb-NO" sz="2000" b="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nb-NO" sz="2000" b="0" i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nb-NO" sz="20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nb-NO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sz="2000" b="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nb-NO" sz="2000" b="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nb-NO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sz="2000" b="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nb-NO" sz="2000" b="0" i="1">
                                <a:latin typeface="Cambria Math" panose="02040503050406030204" pitchFamily="18" charset="0"/>
                              </a:rPr>
                              <m:t>𝐼𝑛</m:t>
                            </m:r>
                          </m:sub>
                        </m:sSub>
                      </m:den>
                    </m:f>
                  </m:oMath>
                </a14:m>
                <a:endParaRPr lang="nb-NO" sz="2000" b="0"/>
              </a:p>
              <a:p>
                <a:pPr lvl="1"/>
                <a14:m>
                  <m:oMath xmlns:m="http://schemas.openxmlformats.org/officeDocument/2006/math">
                    <m:r>
                      <a:rPr lang="nb-NO" sz="2000" b="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nb-NO" sz="2000" b="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b-NO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b-NO" sz="2000" b="0" i="1">
                            <a:latin typeface="Cambria Math" panose="02040503050406030204" pitchFamily="18" charset="0"/>
                          </a:rPr>
                          <m:t>360</m:t>
                        </m:r>
                      </m:e>
                      <m:sup>
                        <m:r>
                          <a:rPr lang="nb-NO" sz="2000" b="0" i="1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nb-N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nb-NO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nb-NO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nb-NO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nb-NO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nb-NO" sz="2000">
                  <a:ea typeface="Cambria Math" panose="02040503050406030204" pitchFamily="18" charset="0"/>
                </a:endParaRPr>
              </a:p>
              <a:p>
                <a:r>
                  <a:rPr lang="nb-NO" sz="2000" err="1">
                    <a:ea typeface="Cambria Math" panose="02040503050406030204" pitchFamily="18" charset="0"/>
                  </a:rPr>
                  <a:t>Opsettet</a:t>
                </a:r>
                <a:r>
                  <a:rPr lang="nb-NO" sz="2000">
                    <a:ea typeface="Cambria Math" panose="02040503050406030204" pitchFamily="18" charset="0"/>
                  </a:rPr>
                  <a:t> får:</a:t>
                </a:r>
              </a:p>
              <a:p>
                <a:pPr lvl="1"/>
                <a:r>
                  <a:rPr lang="nb-NO" sz="1600" b="0">
                    <a:ea typeface="Cambria Math" panose="02040503050406030204" pitchFamily="18" charset="0"/>
                  </a:rPr>
                  <a:t>Svak Bass</a:t>
                </a:r>
              </a:p>
              <a:p>
                <a:pPr lvl="1"/>
                <a:r>
                  <a:rPr lang="nb-NO" sz="1600" b="0">
                    <a:ea typeface="Cambria Math" panose="02040503050406030204" pitchFamily="18" charset="0"/>
                  </a:rPr>
                  <a:t>Stor fase-skift for </a:t>
                </a:r>
                <a:r>
                  <a:rPr lang="nb-NO" sz="1600">
                    <a:ea typeface="Cambria Math" panose="02040503050406030204" pitchFamily="18" charset="0"/>
                  </a:rPr>
                  <a:t>lyd</a:t>
                </a:r>
                <a:endParaRPr lang="nb-NO" sz="1600" b="0">
                  <a:ea typeface="Cambria Math" panose="02040503050406030204" pitchFamily="18" charset="0"/>
                </a:endParaRPr>
              </a:p>
              <a:p>
                <a:endParaRPr lang="nb-NO" sz="2000" b="0"/>
              </a:p>
              <a:p>
                <a:endParaRPr lang="nb-NO" sz="2000" b="0"/>
              </a:p>
              <a:p>
                <a:endParaRPr lang="en-US" sz="2000" b="0"/>
              </a:p>
              <a:p>
                <a:endParaRPr lang="nb-NO" sz="2000" b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0B96EC-6260-866F-71E6-96BAC08F08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8639" y="2082657"/>
                <a:ext cx="5814239" cy="3461155"/>
              </a:xfrm>
              <a:blipFill>
                <a:blip r:embed="rId2"/>
                <a:stretch>
                  <a:fillRect l="-943" t="-1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>
            <a:extLst>
              <a:ext uri="{FF2B5EF4-FFF2-40B4-BE49-F238E27FC236}">
                <a16:creationId xmlns:a16="http://schemas.microsoft.com/office/drawing/2014/main" id="{EBF964A4-8214-F30F-085E-4E4AAE96A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947" y="332814"/>
            <a:ext cx="4576104" cy="2642699"/>
          </a:xfrm>
          <a:prstGeom prst="rect">
            <a:avLst/>
          </a:prstGeom>
        </p:spPr>
      </p:pic>
      <p:pic>
        <p:nvPicPr>
          <p:cNvPr id="5" name="Picture 1">
            <a:extLst>
              <a:ext uri="{FF2B5EF4-FFF2-40B4-BE49-F238E27FC236}">
                <a16:creationId xmlns:a16="http://schemas.microsoft.com/office/drawing/2014/main" id="{843182F4-2B81-6725-84A0-52D58E769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947" y="2677982"/>
            <a:ext cx="4576104" cy="364944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1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4757A0-CD8E-ED9D-9C42-C4E915807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21772"/>
            <a:ext cx="11117313" cy="6879772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B9E009BB-DF68-0CEE-17B8-0A03E06B323C}"/>
              </a:ext>
            </a:extLst>
          </p:cNvPr>
          <p:cNvSpPr/>
          <p:nvPr/>
        </p:nvSpPr>
        <p:spPr>
          <a:xfrm>
            <a:off x="11117312" y="-21772"/>
            <a:ext cx="1074688" cy="687977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976D73-B4FF-9328-FB18-36FED7F10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648" y="4229100"/>
            <a:ext cx="6138352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978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0AD33F-7467-BA3A-506F-74B6CDE4E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Del 2 - Filter</a:t>
            </a:r>
          </a:p>
        </p:txBody>
      </p:sp>
      <p:pic>
        <p:nvPicPr>
          <p:cNvPr id="4" name="drawing">
            <a:extLst>
              <a:ext uri="{FF2B5EF4-FFF2-40B4-BE49-F238E27FC236}">
                <a16:creationId xmlns:a16="http://schemas.microsoft.com/office/drawing/2014/main" id="{4139644A-FD5B-E687-277F-3A3DCD612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8993" y="1966293"/>
            <a:ext cx="10294012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056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ADDE6-5DE2-EBBD-18BB-3AEF752CE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Teori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891CE-9DCB-ECB8-151D-52C0739C20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8368" y="1825624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Sallen key-filter</a:t>
                </a:r>
              </a:p>
              <a:p>
                <a:pPr marL="457200" lvl="1" indent="0">
                  <a:buNone/>
                </a:pPr>
                <a:endParaRPr lang="nb-NO" b="0" i="1">
                  <a:latin typeface="Cambria Math" panose="02040503050406030204" pitchFamily="18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  <m:r>
                              <a:rPr lang="nb-NO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𝜋</m:t>
                            </m:r>
                            <m:r>
                              <a:rPr lang="nb-NO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√(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>
                    <a:sym typeface="Wingdings" panose="05000000000000000000" pitchFamily="2" charset="2"/>
                  </a:rPr>
                  <a:t> </a:t>
                </a:r>
                <a:endParaRPr lang="nb-NO" i="1">
                  <a:latin typeface="Cambria Math" panose="02040503050406030204" pitchFamily="18" charset="0"/>
                </a:endParaRPr>
              </a:p>
              <a:p>
                <a:endParaRPr lang="nb-NO" b="0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/>
                  <a:t> </a:t>
                </a:r>
                <a:r>
                  <a:rPr lang="en-US" err="1"/>
                  <a:t>og</a:t>
                </a:r>
                <a:r>
                  <a:rPr lang="en-US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b-NO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b-NO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nb-NO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>
                  <a:latin typeface="Cambria Math" panose="02040503050406030204" pitchFamily="18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nb-NO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  <m:r>
                              <a:rPr lang="nb-NO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√</m:t>
                            </m:r>
                            <m:r>
                              <a:rPr lang="nb-NO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(</m:t>
                            </m:r>
                            <m:r>
                              <a:rPr lang="nb-NO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𝑍</m:t>
                            </m:r>
                          </m:e>
                          <m:sub>
                            <m:r>
                              <a:rPr lang="nb-NO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</m:t>
                            </m:r>
                          </m:sub>
                          <m:sup>
                            <m:r>
                              <a:rPr lang="nb-NO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𝑍</m:t>
                            </m:r>
                          </m:e>
                          <m:sub>
                            <m:r>
                              <a:rPr lang="nb-NO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𝑏</m:t>
                            </m:r>
                          </m:sub>
                          <m:sup>
                            <m:r>
                              <a:rPr lang="nb-NO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p>
                        </m:sSubSup>
                        <m:r>
                          <a:rPr lang="nb-N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den>
                    </m:f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</m:oMath>
                </a14:m>
                <a:r>
                  <a:rPr lang="nb-NO">
                    <a:sym typeface="Wingdings" panose="05000000000000000000" pitchFamily="2" charset="2"/>
                  </a:rPr>
                  <a:t> , 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/>
                  <a:t> </a:t>
                </a:r>
              </a:p>
              <a:p>
                <a:pPr marL="457200" lvl="1" indent="0">
                  <a:buNone/>
                </a:pPr>
                <a:endParaRPr lang="en-US"/>
              </a:p>
              <a:p>
                <a:pPr marL="457200" lvl="1" indent="0">
                  <a:buNone/>
                </a:pPr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891CE-9DCB-ECB8-151D-52C0739C20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8368" y="1825624"/>
                <a:ext cx="10515600" cy="4351338"/>
              </a:xfrm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drawing">
            <a:extLst>
              <a:ext uri="{FF2B5EF4-FFF2-40B4-BE49-F238E27FC236}">
                <a16:creationId xmlns:a16="http://schemas.microsoft.com/office/drawing/2014/main" id="{D75B306C-A593-5B40-909A-151EFAF530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81794" y="1919289"/>
            <a:ext cx="6610206" cy="332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67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85312-E3CB-0A18-F074-B4CFF12F0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pass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E05EB3-0177-2406-3EA0-174DA1BD25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=2.2</m:t>
                    </m:r>
                  </m:oMath>
                </a14:m>
                <a:r>
                  <a:rPr lang="en-US"/>
                  <a:t> </a:t>
                </a:r>
                <a:r>
                  <a:rPr lang="en-US" err="1"/>
                  <a:t>nF</a:t>
                </a:r>
                <a:r>
                  <a:rPr lang="en-US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nb-NO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>
                    <a:sym typeface="Wingdings" panose="05000000000000000000" pitchFamily="2" charset="2"/>
                  </a:rPr>
                  <a:t> M</a:t>
                </a:r>
                <a:r>
                  <a:rPr lang="el-GR">
                    <a:sym typeface="Wingdings" panose="05000000000000000000" pitchFamily="2" charset="2"/>
                  </a:rPr>
                  <a:t>Ω</a:t>
                </a:r>
                <a:r>
                  <a:rPr lang="en-US">
                    <a:sym typeface="Wingdings" panose="05000000000000000000" pitchFamily="2" charset="2"/>
                  </a:rPr>
                  <a:t>  </a:t>
                </a:r>
              </a:p>
              <a:p>
                <a:endParaRPr lang="en-US" i="1">
                  <a:latin typeface="Cambria Math" panose="02040503050406030204" pitchFamily="18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nb-N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  <m:r>
                      <a:rPr lang="nb-NO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nb-N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𝑅𝐶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=72 </m:t>
                    </m:r>
                  </m:oMath>
                </a14:m>
                <a:r>
                  <a:rPr lang="en-US">
                    <a:sym typeface="Wingdings" panose="05000000000000000000" pitchFamily="2" charset="2"/>
                  </a:rPr>
                  <a:t>Hz </a:t>
                </a: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E05EB3-0177-2406-3EA0-174DA1BD25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6B69788-EE99-0242-799A-1836169CF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928" y="2528056"/>
            <a:ext cx="5257800" cy="318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873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273A3-49F9-4CF2-1554-CCD3B3929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Low pass filter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8B69CB-E09E-4BD7-C3FF-A1629C7130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72 </m:t>
                    </m:r>
                  </m:oMath>
                </a14:m>
                <a:r>
                  <a:rPr lang="el-GR">
                    <a:sym typeface="Wingdings" panose="05000000000000000000" pitchFamily="2" charset="2"/>
                  </a:rPr>
                  <a:t>Ω</a:t>
                </a:r>
                <a:r>
                  <a:rPr lang="en-US">
                    <a:sym typeface="Wingdings" panose="05000000000000000000" pitchFamily="2" charset="2"/>
                  </a:rPr>
                  <a:t> </a:t>
                </a:r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nb-NO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=2.2</m:t>
                    </m:r>
                  </m:oMath>
                </a14:m>
                <a:r>
                  <a:rPr lang="en-US">
                    <a:sym typeface="Wingdings" panose="05000000000000000000" pitchFamily="2" charset="2"/>
                  </a:rPr>
                  <a:t> n</a:t>
                </a:r>
                <a:r>
                  <a:rPr lang="nb-NO">
                    <a:sym typeface="Wingdings" panose="05000000000000000000" pitchFamily="2" charset="2"/>
                  </a:rPr>
                  <a:t>F</a:t>
                </a:r>
                <a:r>
                  <a:rPr lang="en-US">
                    <a:sym typeface="Wingdings" panose="05000000000000000000" pitchFamily="2" charset="2"/>
                  </a:rPr>
                  <a:t>  </a:t>
                </a:r>
              </a:p>
              <a:p>
                <a:pPr marL="0" indent="0">
                  <a:buNone/>
                </a:pPr>
                <a:endParaRPr lang="en-US" i="1">
                  <a:latin typeface="Cambria Math" panose="02040503050406030204" pitchFamily="18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nb-N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nb-N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𝑅𝐶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=1063 </m:t>
                    </m:r>
                  </m:oMath>
                </a14:m>
                <a:r>
                  <a:rPr lang="en-US">
                    <a:sym typeface="Wingdings" panose="05000000000000000000" pitchFamily="2" charset="2"/>
                  </a:rPr>
                  <a:t>Hz </a:t>
                </a:r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8B69CB-E09E-4BD7-C3FF-A1629C7130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27A7209-DA6D-66E2-D38E-F2D358C79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148" y="1963581"/>
            <a:ext cx="4797652" cy="339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939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C045D-781E-70AB-E807-EA9F45000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Komplett</a:t>
            </a:r>
            <a:r>
              <a:rPr lang="en-US"/>
              <a:t> filter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4B9D10-CCFF-5CD2-2DF0-7E8DC36E3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73109"/>
            <a:ext cx="10006791" cy="33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480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C8274-29FB-5193-2C2F-6CA3C616F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Bode plot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17155B-31CB-2F55-3E80-BBBFDE2CD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0" y="154492"/>
            <a:ext cx="5958840" cy="25647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31B66A-1F98-F78F-C67A-712801938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690" y="2795535"/>
            <a:ext cx="4883787" cy="390797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kstSylinder 2">
                <a:extLst>
                  <a:ext uri="{FF2B5EF4-FFF2-40B4-BE49-F238E27FC236}">
                    <a16:creationId xmlns:a16="http://schemas.microsoft.com/office/drawing/2014/main" id="{AFF0CE19-71C0-5E32-1DD8-CB40FD63A44E}"/>
                  </a:ext>
                </a:extLst>
              </p:cNvPr>
              <p:cNvSpPr txBox="1"/>
              <p:nvPr/>
            </p:nvSpPr>
            <p:spPr>
              <a:xfrm>
                <a:off x="539817" y="2029929"/>
                <a:ext cx="4312920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𝐺𝑎𝑖𝑛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 ≈0 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å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&gt;10 000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𝐻𝑧</m:t>
                    </m:r>
                  </m:oMath>
                </a14:m>
                <a:endParaRPr lang="nb-NO" b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nb-NO"/>
                  <a:t>Hva betyr dette for lyden?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nb-NO"/>
                  <a:t>Svak Bass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nb-NO"/>
                  <a:t>Mannlige og litt dype kvinne stemmer vil høres godt, men kvaliteten vil ikke være på topp da de høye og lave tonene blir filtrert ut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nb-NO"/>
                  <a:t>(Høres ut som en gammel telefon)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nb-NO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nb-NO"/>
              </a:p>
            </p:txBody>
          </p:sp>
        </mc:Choice>
        <mc:Fallback>
          <p:sp>
            <p:nvSpPr>
              <p:cNvPr id="3" name="TekstSylinder 2">
                <a:extLst>
                  <a:ext uri="{FF2B5EF4-FFF2-40B4-BE49-F238E27FC236}">
                    <a16:creationId xmlns:a16="http://schemas.microsoft.com/office/drawing/2014/main" id="{AFF0CE19-71C0-5E32-1DD8-CB40FD63A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817" y="2029929"/>
                <a:ext cx="4312920" cy="3139321"/>
              </a:xfrm>
              <a:prstGeom prst="rect">
                <a:avLst/>
              </a:prstGeom>
              <a:blipFill>
                <a:blip r:embed="rId4"/>
                <a:stretch>
                  <a:fillRect l="-990" t="-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7862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A45E9A-D559-48EC-0F90-2A01963F1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Del 3 – DAC </a:t>
            </a:r>
          </a:p>
        </p:txBody>
      </p:sp>
      <p:pic>
        <p:nvPicPr>
          <p:cNvPr id="4" name="drawing">
            <a:extLst>
              <a:ext uri="{FF2B5EF4-FFF2-40B4-BE49-F238E27FC236}">
                <a16:creationId xmlns:a16="http://schemas.microsoft.com/office/drawing/2014/main" id="{A9D6B650-5BEF-3FC1-8AE0-3A99D6601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536" y="1966293"/>
            <a:ext cx="10858927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52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2EBFA83-D4DB-4CA0-B229-9E44634D7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AC2ED-502E-E5EA-75D8-A98368006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016" y="905011"/>
            <a:ext cx="4589328" cy="863746"/>
          </a:xfrm>
        </p:spPr>
        <p:txBody>
          <a:bodyPr anchor="b">
            <a:normAutofit/>
          </a:bodyPr>
          <a:lstStyle/>
          <a:p>
            <a:r>
              <a:rPr lang="en-US" sz="4800"/>
              <a:t>Teori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924E78-46F5-F2A9-D531-771A3004C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803" y="895610"/>
            <a:ext cx="3692354" cy="50580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AFF7D4-8CE1-9877-A806-80CA978F17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31816" y="1930921"/>
                <a:ext cx="6006078" cy="4197904"/>
              </a:xfrm>
            </p:spPr>
            <p:txBody>
              <a:bodyPr>
                <a:normAutofit/>
              </a:bodyPr>
              <a:lstStyle/>
              <a:p>
                <a:r>
                  <a:rPr lang="en-US" sz="1300" err="1">
                    <a:sym typeface="Wingdings" panose="05000000000000000000" pitchFamily="2" charset="2"/>
                  </a:rPr>
                  <a:t>Digitalt</a:t>
                </a:r>
                <a:r>
                  <a:rPr lang="en-US" sz="1300">
                    <a:sym typeface="Wingdings" panose="05000000000000000000" pitchFamily="2" charset="2"/>
                  </a:rPr>
                  <a:t> signal  </a:t>
                </a:r>
                <a:r>
                  <a:rPr lang="en-US" sz="1300" err="1">
                    <a:sym typeface="Wingdings" panose="05000000000000000000" pitchFamily="2" charset="2"/>
                  </a:rPr>
                  <a:t>Elektrisk</a:t>
                </a:r>
                <a:r>
                  <a:rPr lang="en-US" sz="1300">
                    <a:sym typeface="Wingdings" panose="05000000000000000000" pitchFamily="2" charset="2"/>
                  </a:rPr>
                  <a:t> signal (Digital to Analog Converter)</a:t>
                </a:r>
              </a:p>
              <a:p>
                <a:r>
                  <a:rPr lang="nb-NO" sz="1300" b="0"/>
                  <a:t>Hver </a:t>
                </a:r>
                <a14:m>
                  <m:oMath xmlns:m="http://schemas.openxmlformats.org/officeDocument/2006/math">
                    <m:r>
                      <a:rPr lang="nb-NO" sz="1300" b="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nb-NO" sz="1300" b="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nb-NO" sz="1300" b="0" i="1">
                        <a:latin typeface="Cambria Math" panose="02040503050406030204" pitchFamily="18" charset="0"/>
                      </a:rPr>
                      <m:t> ≈1</m:t>
                    </m:r>
                    <m:r>
                      <a:rPr lang="nb-NO" sz="13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𝑏𝑖𝑡</m:t>
                    </m:r>
                    <m:r>
                      <a:rPr lang="nb-NO" sz="1300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r>
                      <m:rPr>
                        <m:sty m:val="p"/>
                      </m:rPr>
                      <a:rPr lang="nb-NO" sz="1300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Formel</m:t>
                    </m:r>
                    <m:r>
                      <a:rPr lang="nb-NO" sz="1300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nb-NO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13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nb-NO" sz="1300" i="1">
                            <a:latin typeface="Cambria Math" panose="02040503050406030204" pitchFamily="18" charset="0"/>
                          </a:rPr>
                          <m:t>𝑢𝑡</m:t>
                        </m:r>
                      </m:sub>
                    </m:sSub>
                    <m:d>
                      <m:dPr>
                        <m:ctrlPr>
                          <a:rPr lang="nb-NO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sz="1300" b="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nb-NO" sz="13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13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nb-NO" sz="1300" i="1">
                            <a:latin typeface="Cambria Math" panose="02040503050406030204" pitchFamily="18" charset="0"/>
                          </a:rPr>
                          <m:t>𝑠𝑢𝑝𝑝𝑙𝑦</m:t>
                        </m:r>
                      </m:sub>
                    </m:sSub>
                    <m:r>
                      <a:rPr lang="nb-NO" sz="1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nb-NO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sz="1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sSup>
                          <m:sSupPr>
                            <m:ctrlPr>
                              <a:rPr lang="nb-NO" sz="13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b-NO" sz="13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nb-NO" sz="13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1300"/>
                  <a:t> der D er </a:t>
                </a:r>
                <a:r>
                  <a:rPr lang="en-US" sz="1300" err="1"/>
                  <a:t>binær</a:t>
                </a:r>
                <a:r>
                  <a:rPr lang="en-US" sz="1300"/>
                  <a:t> input </a:t>
                </a:r>
                <a:r>
                  <a:rPr lang="en-US" sz="1300" err="1"/>
                  <a:t>i</a:t>
                </a:r>
                <a:r>
                  <a:rPr lang="en-US" sz="1300"/>
                  <a:t> base-10, n er </a:t>
                </a:r>
                <a:r>
                  <a:rPr lang="en-US" sz="1300" err="1"/>
                  <a:t>stigens</a:t>
                </a:r>
                <a:r>
                  <a:rPr lang="en-US" sz="1300"/>
                  <a:t> </a:t>
                </a:r>
                <a:r>
                  <a:rPr lang="en-US" sz="1300" err="1"/>
                  <a:t>totale</a:t>
                </a:r>
                <a:r>
                  <a:rPr lang="en-US" sz="1300"/>
                  <a:t> </a:t>
                </a:r>
                <a:r>
                  <a:rPr lang="en-US" sz="1300" err="1"/>
                  <a:t>antall</a:t>
                </a:r>
                <a:r>
                  <a:rPr lang="en-US" sz="1300"/>
                  <a:t> bits </a:t>
                </a:r>
                <a:r>
                  <a:rPr lang="en-US" sz="1300" err="1"/>
                  <a:t>og</a:t>
                </a:r>
                <a:r>
                  <a:rPr lang="en-US" sz="1300"/>
                  <a:t> </a:t>
                </a:r>
                <a:r>
                  <a:rPr lang="en-US" sz="1300" err="1"/>
                  <a:t>i</a:t>
                </a:r>
                <a:r>
                  <a:rPr lang="en-US" sz="1300"/>
                  <a:t> er </a:t>
                </a:r>
                <a:r>
                  <a:rPr lang="en-US" sz="1300" err="1"/>
                  <a:t>portnummer</a:t>
                </a:r>
                <a:r>
                  <a:rPr lang="en-US" sz="1300"/>
                  <a:t>. </a:t>
                </a:r>
                <a:r>
                  <a:rPr lang="nb-NO" sz="1300"/>
                  <a:t>Nummerering starter med 0 fra </a:t>
                </a:r>
                <a:r>
                  <a:rPr lang="nb-NO" sz="1300" err="1"/>
                  <a:t>ground</a:t>
                </a:r>
                <a:endParaRPr lang="nb-NO" sz="1300"/>
              </a:p>
              <a:p>
                <a:pPr marL="457200" lvl="1" indent="0">
                  <a:buNone/>
                </a:pPr>
                <a:r>
                  <a:rPr lang="nb-NO" sz="1300"/>
                  <a:t>EKS: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nb-NO" sz="13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1300" b="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nb-NO" sz="1300" b="0" i="1">
                            <a:latin typeface="Cambria Math" panose="02040503050406030204" pitchFamily="18" charset="0"/>
                          </a:rPr>
                          <m:t>𝑢𝑡</m:t>
                        </m:r>
                      </m:sub>
                    </m:sSub>
                    <m:d>
                      <m:dPr>
                        <m:ctrlPr>
                          <a:rPr lang="nb-NO" sz="13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sz="1300" b="0" i="1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nb-NO" sz="13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b-NO" sz="13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nb-NO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sz="13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nb-NO" sz="1300" i="1">
                                <a:latin typeface="Cambria Math" panose="02040503050406030204" pitchFamily="18" charset="0"/>
                              </a:rPr>
                              <m:t>𝑠𝑢𝑝𝑝𝑙𝑦</m:t>
                            </m:r>
                          </m:sub>
                        </m:sSub>
                      </m:num>
                      <m:den>
                        <m:r>
                          <a:rPr lang="nb-NO" sz="1300" b="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nb-NO" sz="1300"/>
                  <a:t> 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nb-NO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13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nb-NO" sz="1300" i="1">
                            <a:latin typeface="Cambria Math" panose="02040503050406030204" pitchFamily="18" charset="0"/>
                          </a:rPr>
                          <m:t>𝑢𝑡</m:t>
                        </m:r>
                      </m:sub>
                    </m:sSub>
                    <m:d>
                      <m:dPr>
                        <m:ctrlPr>
                          <a:rPr lang="nb-NO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sz="1300" b="0" i="1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nb-NO" sz="13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b-NO" sz="1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nb-NO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sz="13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nb-NO" sz="1300" i="1">
                                <a:latin typeface="Cambria Math" panose="02040503050406030204" pitchFamily="18" charset="0"/>
                              </a:rPr>
                              <m:t>𝑠𝑢𝑝𝑝𝑙𝑦</m:t>
                            </m:r>
                          </m:sub>
                        </m:sSub>
                      </m:num>
                      <m:den>
                        <m:r>
                          <a:rPr lang="nb-NO" sz="1300" b="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nb-NO" sz="1300"/>
                  <a:t> 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nb-NO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13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nb-NO" sz="1300" i="1">
                            <a:latin typeface="Cambria Math" panose="02040503050406030204" pitchFamily="18" charset="0"/>
                          </a:rPr>
                          <m:t>𝑢𝑡</m:t>
                        </m:r>
                      </m:sub>
                    </m:sSub>
                    <m:d>
                      <m:dPr>
                        <m:ctrlPr>
                          <a:rPr lang="nb-NO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sz="1300" b="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nb-NO" sz="13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b-NO" sz="1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nb-NO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sz="13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nb-NO" sz="1300" i="1">
                                <a:latin typeface="Cambria Math" panose="02040503050406030204" pitchFamily="18" charset="0"/>
                              </a:rPr>
                              <m:t>𝑠𝑢𝑝𝑝𝑙𝑦</m:t>
                            </m:r>
                          </m:sub>
                        </m:sSub>
                      </m:num>
                      <m:den>
                        <m:r>
                          <a:rPr lang="nb-NO" sz="1300" b="0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nb-NO" sz="1300"/>
                  <a:t>  </a:t>
                </a:r>
              </a:p>
              <a:p>
                <a:pPr marL="457200" lvl="1" indent="0">
                  <a:buNone/>
                </a:pPr>
                <a:r>
                  <a:rPr lang="nb-NO" sz="1300"/>
                  <a:t>…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nb-NO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13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nb-NO" sz="1300" i="1">
                            <a:latin typeface="Cambria Math" panose="02040503050406030204" pitchFamily="18" charset="0"/>
                          </a:rPr>
                          <m:t>𝑢𝑡</m:t>
                        </m:r>
                      </m:sub>
                    </m:sSub>
                    <m:d>
                      <m:dPr>
                        <m:ctrlPr>
                          <a:rPr lang="nb-NO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sz="1300" b="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nb-NO" sz="13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b-NO" sz="1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nb-NO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sz="13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nb-NO" sz="1300" i="1">
                                <a:latin typeface="Cambria Math" panose="02040503050406030204" pitchFamily="18" charset="0"/>
                              </a:rPr>
                              <m:t>𝑠𝑢𝑝𝑝𝑙𝑦</m:t>
                            </m:r>
                          </m:sub>
                        </m:sSub>
                      </m:num>
                      <m:den>
                        <m:r>
                          <a:rPr lang="nb-NO" sz="1300" b="0" i="1">
                            <a:latin typeface="Cambria Math" panose="02040503050406030204" pitchFamily="18" charset="0"/>
                          </a:rPr>
                          <m:t>256</m:t>
                        </m:r>
                      </m:den>
                    </m:f>
                  </m:oMath>
                </a14:m>
                <a:r>
                  <a:rPr lang="nb-NO" sz="1300"/>
                  <a:t>  </a:t>
                </a:r>
                <a:endParaRPr lang="en-US" sz="1300"/>
              </a:p>
              <a:p>
                <a:r>
                  <a:rPr lang="en-US" sz="1300"/>
                  <a:t>* Merk Om alle bits er </a:t>
                </a:r>
                <a:r>
                  <a:rPr lang="en-US" sz="1300" err="1"/>
                  <a:t>satt</a:t>
                </a:r>
                <a:r>
                  <a:rPr lang="en-US" sz="1300"/>
                  <a:t> </a:t>
                </a:r>
                <a:r>
                  <a:rPr lang="en-US" sz="1300" err="1"/>
                  <a:t>til</a:t>
                </a:r>
                <a:r>
                  <a:rPr lang="en-US" sz="1300"/>
                  <a:t> 1 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13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1300" b="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nb-NO" sz="1300" b="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nb-NO" sz="1300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sz="13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1300" b="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nb-NO" sz="1300" b="0" i="1">
                            <a:latin typeface="Cambria Math" panose="02040503050406030204" pitchFamily="18" charset="0"/>
                          </a:rPr>
                          <m:t>𝑆𝑢𝑝𝑝𝑙𝑦</m:t>
                        </m:r>
                      </m:sub>
                    </m:sSub>
                  </m:oMath>
                </a14:m>
                <a:endParaRPr lang="nb-NO" sz="1300" b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sz="1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13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nb-NO" sz="1300" b="0" i="1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  <m:r>
                      <a:rPr lang="nb-NO" sz="13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nb-NO" sz="13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300"/>
                  <a:t> for </a:t>
                </a:r>
                <a:r>
                  <a:rPr lang="en-US" sz="1300" err="1"/>
                  <a:t>hvert</a:t>
                </a:r>
                <a:r>
                  <a:rPr lang="en-US" sz="1300"/>
                  <a:t> </a:t>
                </a:r>
                <a:r>
                  <a:rPr lang="en-US" sz="1300" err="1"/>
                  <a:t>steg</a:t>
                </a:r>
                <a:r>
                  <a:rPr lang="en-US" sz="1300"/>
                  <a:t> man </a:t>
                </a:r>
                <a:r>
                  <a:rPr lang="en-US" sz="1300" err="1"/>
                  <a:t>går</a:t>
                </a:r>
                <a:r>
                  <a:rPr lang="en-US" sz="1300"/>
                  <a:t> opp. V </a:t>
                </a:r>
                <a:r>
                  <a:rPr lang="en-US" sz="1300" err="1"/>
                  <a:t>Halveres</a:t>
                </a:r>
                <a:r>
                  <a:rPr lang="en-US" sz="1300"/>
                  <a:t> da for </a:t>
                </a:r>
                <a:r>
                  <a:rPr lang="en-US" sz="1300" err="1"/>
                  <a:t>hver</a:t>
                </a:r>
                <a:r>
                  <a:rPr lang="en-US" sz="1300"/>
                  <a:t> 2R man </a:t>
                </a:r>
                <a:r>
                  <a:rPr lang="en-US" sz="1300" err="1"/>
                  <a:t>går</a:t>
                </a:r>
                <a:r>
                  <a:rPr lang="en-US" sz="1300"/>
                  <a:t> </a:t>
                </a:r>
                <a:r>
                  <a:rPr lang="en-US" sz="1300" err="1"/>
                  <a:t>opp</a:t>
                </a:r>
                <a:r>
                  <a:rPr lang="en-US" sz="1300"/>
                  <a:t>, </a:t>
                </a:r>
                <a:r>
                  <a:rPr lang="en-US" sz="1300" err="1"/>
                  <a:t>derad</a:t>
                </a:r>
                <a:r>
                  <a:rPr lang="en-US" sz="1300"/>
                  <a:t> </a:t>
                </a:r>
                <a:r>
                  <a:rPr lang="en-US" sz="1300" err="1"/>
                  <a:t>binært</a:t>
                </a:r>
                <a:r>
                  <a:rPr lang="en-US" sz="1300"/>
                  <a:t>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AFF7D4-8CE1-9877-A806-80CA978F17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31816" y="1930921"/>
                <a:ext cx="6006078" cy="4197904"/>
              </a:xfrm>
              <a:blipFill>
                <a:blip r:embed="rId4"/>
                <a:stretch>
                  <a:fillRect l="-102" t="-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449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240C-ED3C-EEB5-28BC-2E6FF3CEC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R-2R ladder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7A4213-6F07-7DBE-017B-5765798D1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546" y="1814618"/>
            <a:ext cx="9446847" cy="46008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C6C29B-F9F2-C3EC-E1E8-CD4C3F1C7839}"/>
                  </a:ext>
                </a:extLst>
              </p:cNvPr>
              <p:cNvSpPr txBox="1"/>
              <p:nvPr/>
            </p:nvSpPr>
            <p:spPr>
              <a:xfrm>
                <a:off x="5812969" y="688778"/>
                <a:ext cx="253855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Obs: Ikke </a:t>
                </a:r>
                <a:r>
                  <a:rPr lang="en-US" err="1"/>
                  <a:t>perfekt</a:t>
                </a:r>
                <a:r>
                  <a:rPr lang="en-US"/>
                  <a:t> R-2R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nb-NO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nb-NO" b="0" i="1"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=18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nb-NO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C6C29B-F9F2-C3EC-E1E8-CD4C3F1C7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2969" y="688778"/>
                <a:ext cx="2538550" cy="923330"/>
              </a:xfrm>
              <a:prstGeom prst="rect">
                <a:avLst/>
              </a:prstGeom>
              <a:blipFill>
                <a:blip r:embed="rId3"/>
                <a:stretch>
                  <a:fillRect l="-2163" t="-3974" b="-7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5657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EC7512-D228-7827-51B8-3E58F8C36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High pass filter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C19758-DD49-B3B4-4508-D782C26C4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259" y="643466"/>
            <a:ext cx="6520814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676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6FD7B0E8-1445-299F-1C2F-B1F4EA28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Low pass filter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3316A5-80F0-6D5D-3676-0CE3158B6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095" y="857531"/>
            <a:ext cx="6263856" cy="573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550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F486DE-A80C-7B6B-E170-A253B7C18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Komplett DAC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864813-5BC0-57C6-7AC4-CD1A41A84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3898"/>
            <a:ext cx="12192000" cy="339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796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4C6C72-2ED6-FA4E-37FB-EF8399359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3988" y="320041"/>
            <a:ext cx="6707084" cy="38926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Kode til DAC (Python)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F683C-FE90-3FCA-50FC-2193A4642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3699" y="4631161"/>
            <a:ext cx="6707366" cy="15694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Konverterer wav til header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4A678B4E-930B-A230-06F1-284D49135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28" y="31060"/>
            <a:ext cx="3591836" cy="6713715"/>
          </a:xfrm>
          <a:prstGeom prst="rect">
            <a:avLst/>
          </a:prstGeom>
        </p:spPr>
      </p:pic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16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Super Mario Bros. 2-BIT vs 4-BIT vs 8-BIT vs 16-BIT vs 32-BIT vs 64-BIT vs  3D vs HD">
            <a:extLst>
              <a:ext uri="{FF2B5EF4-FFF2-40B4-BE49-F238E27FC236}">
                <a16:creationId xmlns:a16="http://schemas.microsoft.com/office/drawing/2014/main" id="{245DEF96-E310-9C6A-1037-4AC54E5219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5" name="Rectangle 2064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8DFC14C1-4F4E-8F60-B2A7-5B0AFC9FF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FUNGERER DEN???</a:t>
            </a:r>
          </a:p>
        </p:txBody>
      </p:sp>
      <p:cxnSp>
        <p:nvCxnSpPr>
          <p:cNvPr id="2067" name="Straight Connector 2066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9" name="Straight Connector 2068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503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FA2C78-240A-23C1-DA01-C02B24D6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Del 4 – Channel selector</a:t>
            </a:r>
          </a:p>
        </p:txBody>
      </p:sp>
      <p:pic>
        <p:nvPicPr>
          <p:cNvPr id="4" name="drawing">
            <a:extLst>
              <a:ext uri="{FF2B5EF4-FFF2-40B4-BE49-F238E27FC236}">
                <a16:creationId xmlns:a16="http://schemas.microsoft.com/office/drawing/2014/main" id="{97BD4D55-83BF-54B0-DF28-A2BF122F4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8573" y="1966293"/>
            <a:ext cx="10234853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6415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BD92-5AA5-9237-9C24-C966B0AE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Teori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A03E49-93CD-CA72-E38F-76DCC0F785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nb-NO"/>
                  <a:t>Non-</a:t>
                </a:r>
                <a:r>
                  <a:rPr lang="nb-NO" err="1"/>
                  <a:t>inverting</a:t>
                </a:r>
                <a:r>
                  <a:rPr lang="nb-NO"/>
                  <a:t> summing </a:t>
                </a:r>
                <a:r>
                  <a:rPr lang="nb-NO" err="1"/>
                  <a:t>amplifier</a:t>
                </a:r>
                <a:endParaRPr lang="nb-NO"/>
              </a:p>
              <a:p>
                <a:pPr lvl="1"/>
                <a:r>
                  <a:rPr lang="nb-NO"/>
                  <a:t>Gir ut den positive summen av inputsignalene</a:t>
                </a:r>
              </a:p>
              <a:p>
                <a:pPr lvl="1"/>
                <a:r>
                  <a:rPr lang="nb-NO"/>
                  <a:t>Outputfase</a:t>
                </a:r>
                <a14:m>
                  <m:oMath xmlns:m="http://schemas.openxmlformats.org/officeDocument/2006/math">
                    <m:r>
                      <a:rPr lang="nb-NO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nb-N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nb-NO"/>
                  <a:t> inputfase</a:t>
                </a:r>
                <a:endParaRPr lang="en-US"/>
              </a:p>
              <a:p>
                <a:r>
                  <a:rPr lang="en-US" err="1"/>
                  <a:t>Parasitt-kapasitans</a:t>
                </a:r>
                <a:endParaRPr lang="en-US"/>
              </a:p>
              <a:p>
                <a:pPr lvl="1"/>
                <a:r>
                  <a:rPr lang="en-US" err="1"/>
                  <a:t>Uønsket</a:t>
                </a:r>
                <a:r>
                  <a:rPr lang="en-US"/>
                  <a:t> capacitance </a:t>
                </a:r>
                <a:r>
                  <a:rPr lang="en-US" err="1"/>
                  <a:t>som</a:t>
                </a:r>
                <a:r>
                  <a:rPr lang="en-US"/>
                  <a:t> lekker </a:t>
                </a:r>
                <a:r>
                  <a:rPr lang="en-US" err="1"/>
                  <a:t>gjennom</a:t>
                </a:r>
                <a:r>
                  <a:rPr lang="en-US"/>
                  <a:t> </a:t>
                </a:r>
              </a:p>
              <a:p>
                <a:pPr lvl="1"/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A03E49-93CD-CA72-E38F-76DCC0F785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4416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5B7B3E-337B-E2F4-41A7-433D2BAED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err="1"/>
              <a:t>Illustrasjon</a:t>
            </a:r>
            <a:r>
              <a:rPr lang="en-US" sz="6600"/>
              <a:t> av </a:t>
            </a:r>
            <a:r>
              <a:rPr lang="en-US" sz="6600" err="1"/>
              <a:t>k</a:t>
            </a:r>
            <a:r>
              <a:rPr lang="en-US" sz="6600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analvelger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F64F0-CC68-FA05-15A6-BA3082AA2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837" y="1823813"/>
            <a:ext cx="6268325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022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>
            <a:extLst>
              <a:ext uri="{FF2B5EF4-FFF2-40B4-BE49-F238E27FC236}">
                <a16:creationId xmlns:a16="http://schemas.microsoft.com/office/drawing/2014/main" id="{103A61DC-F400-74A0-34C2-4D90A003C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01" y="1395717"/>
            <a:ext cx="1187511" cy="330217"/>
          </a:xfrm>
          <a:prstGeom prst="rect">
            <a:avLst/>
          </a:prstGeom>
        </p:spPr>
      </p:pic>
      <p:sp>
        <p:nvSpPr>
          <p:cNvPr id="7" name="TekstSylinder 6">
            <a:extLst>
              <a:ext uri="{FF2B5EF4-FFF2-40B4-BE49-F238E27FC236}">
                <a16:creationId xmlns:a16="http://schemas.microsoft.com/office/drawing/2014/main" id="{1CF685FD-F07B-96D3-A2F1-DC0C3782D5B8}"/>
              </a:ext>
            </a:extLst>
          </p:cNvPr>
          <p:cNvSpPr txBox="1"/>
          <p:nvPr/>
        </p:nvSpPr>
        <p:spPr>
          <a:xfrm>
            <a:off x="587401" y="1069146"/>
            <a:ext cx="3151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/>
              <a:t>Input for begge kanalene</a:t>
            </a:r>
          </a:p>
        </p:txBody>
      </p:sp>
      <p:pic>
        <p:nvPicPr>
          <p:cNvPr id="9" name="Bilde 8">
            <a:extLst>
              <a:ext uri="{FF2B5EF4-FFF2-40B4-BE49-F238E27FC236}">
                <a16:creationId xmlns:a16="http://schemas.microsoft.com/office/drawing/2014/main" id="{5E974DEF-5A65-F2C9-ED89-FDEE4D93E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01" y="2584916"/>
            <a:ext cx="1181161" cy="292115"/>
          </a:xfrm>
          <a:prstGeom prst="rect">
            <a:avLst/>
          </a:prstGeom>
        </p:spPr>
      </p:pic>
      <p:sp>
        <p:nvSpPr>
          <p:cNvPr id="10" name="TekstSylinder 9">
            <a:extLst>
              <a:ext uri="{FF2B5EF4-FFF2-40B4-BE49-F238E27FC236}">
                <a16:creationId xmlns:a16="http://schemas.microsoft.com/office/drawing/2014/main" id="{EEBD62DD-757D-A147-49AB-34C23C24815F}"/>
              </a:ext>
            </a:extLst>
          </p:cNvPr>
          <p:cNvSpPr txBox="1"/>
          <p:nvPr/>
        </p:nvSpPr>
        <p:spPr>
          <a:xfrm>
            <a:off x="587401" y="2215584"/>
            <a:ext cx="3777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/>
              <a:t>Output 1 kanal lukket</a:t>
            </a:r>
          </a:p>
        </p:txBody>
      </p:sp>
      <p:pic>
        <p:nvPicPr>
          <p:cNvPr id="12" name="Bilde 11">
            <a:extLst>
              <a:ext uri="{FF2B5EF4-FFF2-40B4-BE49-F238E27FC236}">
                <a16:creationId xmlns:a16="http://schemas.microsoft.com/office/drawing/2014/main" id="{9D58B970-F74A-9D88-F7A2-1F9930C27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401" y="3715024"/>
            <a:ext cx="1143059" cy="266714"/>
          </a:xfrm>
          <a:prstGeom prst="rect">
            <a:avLst/>
          </a:prstGeom>
        </p:spPr>
      </p:pic>
      <p:sp>
        <p:nvSpPr>
          <p:cNvPr id="13" name="TekstSylinder 12">
            <a:extLst>
              <a:ext uri="{FF2B5EF4-FFF2-40B4-BE49-F238E27FC236}">
                <a16:creationId xmlns:a16="http://schemas.microsoft.com/office/drawing/2014/main" id="{29546CC7-D2FF-4175-7D50-A34358356B2C}"/>
              </a:ext>
            </a:extLst>
          </p:cNvPr>
          <p:cNvSpPr txBox="1"/>
          <p:nvPr/>
        </p:nvSpPr>
        <p:spPr>
          <a:xfrm>
            <a:off x="587401" y="3345692"/>
            <a:ext cx="345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/>
              <a:t>Output begge kanalene lukket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kstSylinder 17">
                <a:extLst>
                  <a:ext uri="{FF2B5EF4-FFF2-40B4-BE49-F238E27FC236}">
                    <a16:creationId xmlns:a16="http://schemas.microsoft.com/office/drawing/2014/main" id="{61677E9C-9323-CFBC-3AF3-A2345E165587}"/>
                  </a:ext>
                </a:extLst>
              </p:cNvPr>
              <p:cNvSpPr txBox="1"/>
              <p:nvPr/>
            </p:nvSpPr>
            <p:spPr>
              <a:xfrm>
                <a:off x="3857310" y="760369"/>
                <a:ext cx="5824343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b-NO" b="1"/>
                  <a:t>Hvorfor?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nb-NO"/>
                  <a:t>non-</a:t>
                </a:r>
                <a:r>
                  <a:rPr lang="nb-NO" err="1"/>
                  <a:t>inverting</a:t>
                </a:r>
                <a:r>
                  <a:rPr lang="nb-NO"/>
                  <a:t> summing </a:t>
                </a:r>
                <a:r>
                  <a:rPr lang="nb-NO" err="1"/>
                  <a:t>amplifier</a:t>
                </a:r>
                <a:r>
                  <a:rPr lang="nb-NO"/>
                  <a:t> </a:t>
                </a:r>
                <a14:m>
                  <m:oMath xmlns:m="http://schemas.openxmlformats.org/officeDocument/2006/math">
                    <m:r>
                      <a:rPr lang="nb-N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𝑎𝑑𝑑𝑒𝑟</m:t>
                    </m:r>
                  </m:oMath>
                </a14:m>
                <a:r>
                  <a:rPr lang="nb-NO" b="1"/>
                  <a:t> </a:t>
                </a:r>
                <a:r>
                  <a:rPr lang="nb-NO"/>
                  <a:t>(Rein)</a:t>
                </a:r>
                <a:endParaRPr lang="nb-NO" b="1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nb-NO"/>
                  <a:t>Finner et vektet gjennomsnitt av innputtene.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nb-NO"/>
                  <a:t>Effektivt sett er det en spenningsdeler mellom: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nb-NO"/>
                  <a:t>Input 1,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nb-NO"/>
                  <a:t>Input 2  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nb-NO" err="1"/>
                  <a:t>Ground</a:t>
                </a:r>
                <a:r>
                  <a:rPr lang="nb-NO"/>
                  <a:t>.</a:t>
                </a:r>
              </a:p>
            </p:txBody>
          </p:sp>
        </mc:Choice>
        <mc:Fallback>
          <p:sp>
            <p:nvSpPr>
              <p:cNvPr id="18" name="TekstSylinder 17">
                <a:extLst>
                  <a:ext uri="{FF2B5EF4-FFF2-40B4-BE49-F238E27FC236}">
                    <a16:creationId xmlns:a16="http://schemas.microsoft.com/office/drawing/2014/main" id="{61677E9C-9323-CFBC-3AF3-A2345E165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310" y="760369"/>
                <a:ext cx="5824343" cy="2031325"/>
              </a:xfrm>
              <a:prstGeom prst="rect">
                <a:avLst/>
              </a:prstGeom>
              <a:blipFill>
                <a:blip r:embed="rId5"/>
                <a:stretch>
                  <a:fillRect l="-942" t="-1802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Bilde 19">
            <a:extLst>
              <a:ext uri="{FF2B5EF4-FFF2-40B4-BE49-F238E27FC236}">
                <a16:creationId xmlns:a16="http://schemas.microsoft.com/office/drawing/2014/main" id="{AC436308-CF7A-8749-09EB-9FB9C35DDB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272" y="304529"/>
            <a:ext cx="1760785" cy="361939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kstSylinder 20">
                <a:extLst>
                  <a:ext uri="{FF2B5EF4-FFF2-40B4-BE49-F238E27FC236}">
                    <a16:creationId xmlns:a16="http://schemas.microsoft.com/office/drawing/2014/main" id="{2AB3B1CE-1D2B-8B20-09E0-659A9F1F50ED}"/>
                  </a:ext>
                </a:extLst>
              </p:cNvPr>
              <p:cNvSpPr txBox="1"/>
              <p:nvPr/>
            </p:nvSpPr>
            <p:spPr>
              <a:xfrm>
                <a:off x="4455841" y="3159306"/>
                <a:ext cx="6084233" cy="2822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b-NO" b="1"/>
                  <a:t>Gir det mening numerisk?</a:t>
                </a:r>
              </a:p>
              <a:p>
                <a:r>
                  <a:rPr lang="nb-NO"/>
                  <a:t>En kanal lukket: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b-NO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nb-NO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𝐺𝑛𝑑</m:t>
                            </m:r>
                          </m:sub>
                        </m:s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nb-NO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0+100.15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𝑚𝑉</m:t>
                        </m:r>
                      </m:num>
                      <m:den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nb-NO" b="0" i="1" smtClean="0">
                        <a:latin typeface="Cambria Math" panose="02040503050406030204" pitchFamily="18" charset="0"/>
                      </a:rPr>
                      <m:t>=50.075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𝑚𝑉</m:t>
                    </m:r>
                  </m:oMath>
                </a14:m>
                <a:endParaRPr lang="nb-NO" b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nb-NO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nb-N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𝐺𝑎𝑖𝑛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∗</m:t>
                    </m:r>
                    <m:acc>
                      <m:accPr>
                        <m:chr m:val="̅"/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nb-NO" b="0" i="1" smtClean="0">
                        <a:latin typeface="Cambria Math" panose="02040503050406030204" pitchFamily="18" charset="0"/>
                      </a:rPr>
                      <m:t>=100.15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𝑚𝑉</m:t>
                    </m:r>
                  </m:oMath>
                </a14:m>
                <a:r>
                  <a:rPr lang="nb-NO"/>
                  <a:t> </a:t>
                </a:r>
              </a:p>
              <a:p>
                <a:endParaRPr lang="nb-NO"/>
              </a:p>
              <a:p>
                <a:r>
                  <a:rPr lang="nb-NO"/>
                  <a:t>To kanaler lukket: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nb-NO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𝐺𝑛𝑑</m:t>
                            </m:r>
                          </m:sub>
                        </m:sSub>
                        <m:r>
                          <a:rPr lang="nb-NO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nb-NO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i="1">
                            <a:latin typeface="Cambria Math" panose="02040503050406030204" pitchFamily="18" charset="0"/>
                          </a:rPr>
                          <m:t>0+100.15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𝑚𝑉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+100.15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𝑚𝑉</m:t>
                        </m:r>
                      </m:num>
                      <m:den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nb-NO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66.767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𝑚𝑉</m:t>
                    </m:r>
                  </m:oMath>
                </a14:m>
                <a:endParaRPr lang="nb-NO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𝐺𝑎𝑖𝑛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∗</m:t>
                    </m:r>
                    <m:acc>
                      <m:accPr>
                        <m:chr m:val="̅"/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nb-NO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2∗66.767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𝑚𝑉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=133.53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𝑚𝑉</m:t>
                    </m:r>
                  </m:oMath>
                </a14:m>
                <a:endParaRPr lang="nb-NO"/>
              </a:p>
              <a:p>
                <a:endParaRPr lang="nb-NO"/>
              </a:p>
            </p:txBody>
          </p:sp>
        </mc:Choice>
        <mc:Fallback>
          <p:sp>
            <p:nvSpPr>
              <p:cNvPr id="21" name="TekstSylinder 20">
                <a:extLst>
                  <a:ext uri="{FF2B5EF4-FFF2-40B4-BE49-F238E27FC236}">
                    <a16:creationId xmlns:a16="http://schemas.microsoft.com/office/drawing/2014/main" id="{2AB3B1CE-1D2B-8B20-09E0-659A9F1F5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841" y="3159306"/>
                <a:ext cx="6084233" cy="2822568"/>
              </a:xfrm>
              <a:prstGeom prst="rect">
                <a:avLst/>
              </a:prstGeom>
              <a:blipFill>
                <a:blip r:embed="rId7"/>
                <a:stretch>
                  <a:fillRect l="-902" t="-10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E2DBCE-A830-69C4-BEEB-D1DB4FB53140}"/>
                  </a:ext>
                </a:extLst>
              </p:cNvPr>
              <p:cNvSpPr txBox="1"/>
              <p:nvPr/>
            </p:nvSpPr>
            <p:spPr>
              <a:xfrm>
                <a:off x="-117388" y="4654769"/>
                <a:ext cx="3784600" cy="657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38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39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=1+1=2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E2DBCE-A830-69C4-BEEB-D1DB4FB53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7388" y="4654769"/>
                <a:ext cx="3784600" cy="6576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7480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75397-582B-33A3-13CD-C37808D59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Kilder</a:t>
            </a:r>
            <a:r>
              <a:rPr lang="en-US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38C1A-C5E7-17FB-EC2E-DC12D0855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Agarwal, T. (2024, July 5). </a:t>
            </a:r>
            <a:r>
              <a:rPr lang="en-US" i="1"/>
              <a:t>Non Inverting Summing Amplifier : Circuit, Derivation &amp; Its Uses</a:t>
            </a:r>
            <a:r>
              <a:rPr lang="en-US"/>
              <a:t>. </a:t>
            </a:r>
            <a:r>
              <a:rPr lang="en-US" err="1"/>
              <a:t>ElProCus</a:t>
            </a:r>
            <a:r>
              <a:rPr lang="en-US"/>
              <a:t> - Electronic Projects for Engineering Students. </a:t>
            </a:r>
            <a:r>
              <a:rPr lang="en-US">
                <a:hlinkClick r:id="rId2"/>
              </a:rPr>
              <a:t>https://www.elprocus.com/non-inverting-summing-amplifier/</a:t>
            </a:r>
            <a:r>
              <a:rPr lang="en-US"/>
              <a:t> </a:t>
            </a:r>
          </a:p>
          <a:p>
            <a:r>
              <a:rPr lang="en-US"/>
              <a:t>Freedman, R.A., Young, H.D. (2020). </a:t>
            </a:r>
            <a:r>
              <a:rPr lang="en-US" i="1"/>
              <a:t>University Physics with Modern Physics</a:t>
            </a:r>
            <a:r>
              <a:rPr lang="en-US"/>
              <a:t> (15</a:t>
            </a:r>
            <a:r>
              <a:rPr lang="en-US" baseline="30000"/>
              <a:t>th</a:t>
            </a:r>
            <a:r>
              <a:rPr lang="en-US"/>
              <a:t> Edition, Volume 2). Pearson Education. </a:t>
            </a:r>
            <a:endParaRPr lang="nb-NO"/>
          </a:p>
          <a:p>
            <a:r>
              <a:rPr lang="en-US" err="1"/>
              <a:t>Storey</a:t>
            </a:r>
            <a:r>
              <a:rPr lang="en-US"/>
              <a:t>, N. (2017). </a:t>
            </a:r>
            <a:r>
              <a:rPr lang="en-US" i="1"/>
              <a:t>Electronics: a systems approach </a:t>
            </a:r>
            <a:r>
              <a:rPr lang="en-US"/>
              <a:t>(Sixth Edition). </a:t>
            </a:r>
            <a:r>
              <a:rPr lang="nb-NO"/>
              <a:t>Pearson </a:t>
            </a:r>
            <a:r>
              <a:rPr lang="nb-NO" err="1"/>
              <a:t>Education</a:t>
            </a:r>
            <a:r>
              <a:rPr lang="nb-NO"/>
              <a:t>.</a:t>
            </a:r>
            <a:endParaRPr lang="en-US"/>
          </a:p>
          <a:p>
            <a:r>
              <a:rPr lang="en-US"/>
              <a:t>Wikipedia, The Free Encyclopedia. (</a:t>
            </a:r>
            <a:r>
              <a:rPr lang="en-US" err="1"/>
              <a:t>hentet</a:t>
            </a:r>
            <a:r>
              <a:rPr lang="en-US"/>
              <a:t> 2026, 11. mars). </a:t>
            </a:r>
            <a:r>
              <a:rPr lang="en-US" i="1"/>
              <a:t>Impedance bridging</a:t>
            </a:r>
            <a:r>
              <a:rPr lang="en-US"/>
              <a:t>. </a:t>
            </a:r>
            <a:r>
              <a:rPr lang="en-US" u="sng">
                <a:hlinkClick r:id="rId3"/>
              </a:rPr>
              <a:t>https://en.wikipedia.org/w/index.php?title=Impedance_bridging&amp;oldid=1272875694</a:t>
            </a:r>
            <a:endParaRPr lang="en-US"/>
          </a:p>
          <a:p>
            <a:r>
              <a:rPr lang="en-US"/>
              <a:t>Wikipedia, The Free Encyclopedia. (</a:t>
            </a:r>
            <a:r>
              <a:rPr lang="en-US" err="1"/>
              <a:t>hentet</a:t>
            </a:r>
            <a:r>
              <a:rPr lang="en-US"/>
              <a:t> 2026, 11. mars).</a:t>
            </a:r>
            <a:r>
              <a:rPr lang="en-US" i="1"/>
              <a:t> Microphone</a:t>
            </a:r>
            <a:r>
              <a:rPr lang="en-US"/>
              <a:t>. </a:t>
            </a:r>
            <a:r>
              <a:rPr lang="en-US" u="sng">
                <a:hlinkClick r:id="rId4"/>
              </a:rPr>
              <a:t>https://en.wikipedia.org/w/index.php?title=Microphone&amp;oldid=1340028654</a:t>
            </a:r>
            <a:endParaRPr lang="en-US" u="sng"/>
          </a:p>
          <a:p>
            <a:r>
              <a:rPr lang="en-US"/>
              <a:t>Wikipedia, The Free Encyclopedia. (Hentet 2026, 9. </a:t>
            </a:r>
            <a:r>
              <a:rPr lang="en-US" err="1"/>
              <a:t>april</a:t>
            </a:r>
            <a:r>
              <a:rPr lang="en-US"/>
              <a:t>). </a:t>
            </a:r>
            <a:r>
              <a:rPr lang="en-US" i="1"/>
              <a:t>Sallen-Key topology.</a:t>
            </a:r>
            <a:r>
              <a:rPr lang="en-US"/>
              <a:t> </a:t>
            </a:r>
            <a:r>
              <a:rPr lang="en-US">
                <a:hlinkClick r:id="rId5"/>
              </a:rPr>
              <a:t>https://en.wikipedia.org/wiki/Sallen–</a:t>
            </a:r>
            <a:r>
              <a:rPr lang="en-US" err="1">
                <a:hlinkClick r:id="rId5"/>
              </a:rPr>
              <a:t>Key_topology</a:t>
            </a:r>
            <a:r>
              <a:rPr lang="en-US"/>
              <a:t> </a:t>
            </a:r>
          </a:p>
          <a:p>
            <a:r>
              <a:rPr lang="en-US" b="1">
                <a:hlinkClick r:id="rId6"/>
              </a:rPr>
              <a:t>https://www.multisim.com/content/ntUwHpaAN2kbpAUV8E6jkY/mikrofonkrets-bra-1/open/</a:t>
            </a:r>
            <a:r>
              <a:rPr lang="en-US" b="1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48484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CA2047D-4A15-D997-1DE0-68BC48E91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HVORDAN FUNGERER MIC??????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C0D76BA4-EA94-F34C-F527-F011E12B53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nb-NO"/>
                  <a:t>Kondensator versjon som vi bruker har en parallell plate kondensator i seg som består av en fast plate og en membran som vibrerer med lydbølgene. Det gjør at avstanden mellom platene endrer seg.</a:t>
                </a:r>
              </a:p>
              <a:p>
                <a:pPr marL="0" indent="0">
                  <a:buNone/>
                </a:pPr>
                <a:r>
                  <a:rPr lang="nb-NO"/>
                  <a:t>Vi vet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b-NO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nb-NO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nb-NO"/>
                  <a:t> 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b-NO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𝜖</m:t>
                    </m:r>
                    <m:f>
                      <m:f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nb-NO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nb-NO" b="0"/>
                  <a:t> Altså 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b-NO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 ∝ </m:t>
                    </m:r>
                    <m:f>
                      <m:fPr>
                        <m:ctrlPr>
                          <a:rPr lang="nb-N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nb-NO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nb-NO" b="0"/>
                  <a:t> der d er</a:t>
                </a:r>
              </a:p>
              <a:p>
                <a:pPr marL="0" indent="0">
                  <a:buNone/>
                </a:pPr>
                <a:r>
                  <a:rPr lang="nb-NO" b="0"/>
                  <a:t>avstanden mellom membranen og den faste platen og V er spenningen over kondensatoren.</a:t>
                </a:r>
              </a:p>
            </p:txBody>
          </p:sp>
        </mc:Choice>
        <mc:Fallback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C0D76BA4-EA94-F34C-F527-F011E12B53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0473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A8DE37F-6ABD-4559-702B-71A99889B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HVORFOR ER IKKE CHANNEL SELECTOR EN REIN SUM??????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298DC8E-95BE-D751-E11C-4211547EB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Begge knapper lukket:</a:t>
            </a:r>
          </a:p>
          <a:p>
            <a:pPr lvl="1"/>
            <a:r>
              <a:rPr lang="nb-NO"/>
              <a:t>non-</a:t>
            </a:r>
            <a:r>
              <a:rPr lang="nb-NO" err="1"/>
              <a:t>inverting</a:t>
            </a:r>
            <a:r>
              <a:rPr lang="nb-NO"/>
              <a:t> summing </a:t>
            </a:r>
            <a:r>
              <a:rPr lang="nb-NO" err="1"/>
              <a:t>amplifier</a:t>
            </a:r>
            <a:r>
              <a:rPr lang="nb-NO"/>
              <a:t> er ikke en rein adder</a:t>
            </a:r>
          </a:p>
          <a:p>
            <a:pPr lvl="2"/>
            <a:r>
              <a:rPr lang="nb-NO"/>
              <a:t>Oppfører seg som spenningsdeler  «Vektet gjennomsnitt»</a:t>
            </a:r>
          </a:p>
          <a:p>
            <a:pPr lvl="2"/>
            <a:r>
              <a:rPr lang="nb-NO" err="1"/>
              <a:t>Gain</a:t>
            </a:r>
            <a:r>
              <a:rPr lang="nb-NO"/>
              <a:t> = 2</a:t>
            </a:r>
          </a:p>
          <a:p>
            <a:pPr marL="0" indent="0">
              <a:buNone/>
            </a:pPr>
            <a:r>
              <a:rPr lang="nb-NO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55252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Labprosjekt TFY 4030</vt:lpstr>
      <vt:lpstr>Del 1- preamp (Impedance bridge)</vt:lpstr>
      <vt:lpstr>Teori</vt:lpstr>
      <vt:lpstr>Referansespenning</vt:lpstr>
      <vt:lpstr>Mikrofon og “dummy mic”</vt:lpstr>
      <vt:lpstr>Illustrasjon av preamp</vt:lpstr>
      <vt:lpstr>Bode plot</vt:lpstr>
      <vt:lpstr>PowerPoint Presentation</vt:lpstr>
      <vt:lpstr>Del 2 - Filter</vt:lpstr>
      <vt:lpstr>Teori</vt:lpstr>
      <vt:lpstr>High pass</vt:lpstr>
      <vt:lpstr>Low pass filter</vt:lpstr>
      <vt:lpstr>Komplett filter</vt:lpstr>
      <vt:lpstr>Bode plot</vt:lpstr>
      <vt:lpstr>Del 3 – DAC </vt:lpstr>
      <vt:lpstr>Teori</vt:lpstr>
      <vt:lpstr>R-2R ladder</vt:lpstr>
      <vt:lpstr>High pass filter</vt:lpstr>
      <vt:lpstr>Low pass filter</vt:lpstr>
      <vt:lpstr>Komplett DAC</vt:lpstr>
      <vt:lpstr>Kode til DAC (Python)</vt:lpstr>
      <vt:lpstr>FUNGERER DEN???</vt:lpstr>
      <vt:lpstr>Del 4 – Channel selector</vt:lpstr>
      <vt:lpstr>Teori</vt:lpstr>
      <vt:lpstr>Illustrasjon av kanalvelger</vt:lpstr>
      <vt:lpstr>PowerPoint Presentation</vt:lpstr>
      <vt:lpstr>Kilder?</vt:lpstr>
      <vt:lpstr>HVORDAN FUNGERER MIC??????</vt:lpstr>
      <vt:lpstr>HVORFOR ER IKKE CHANNEL SELECTOR EN REIN SUM??????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Eivind Næssan Gaarder</dc:creator>
  <cp:revision>1</cp:revision>
  <dcterms:created xsi:type="dcterms:W3CDTF">2026-04-09T08:38:27Z</dcterms:created>
  <dcterms:modified xsi:type="dcterms:W3CDTF">2026-04-13T12:17:12Z</dcterms:modified>
</cp:coreProperties>
</file>